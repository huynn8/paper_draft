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6" r:id="rId2"/>
    <p:sldId id="338" r:id="rId3"/>
    <p:sldId id="357" r:id="rId4"/>
    <p:sldId id="356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DDB8-3874-43F2-BD42-362C8B07A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FD6D37-AF70-4DD5-9027-EB70BD3E1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3295B-B194-4DED-A2A6-786B43513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AA08-48C1-41CC-B984-18AC36A33E97}" type="datetimeFigureOut">
              <a:rPr lang="en-US" smtClean="0"/>
              <a:t>12/11/2020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D074-EE1F-4EEC-8E5F-D952BC8DC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FB18D-C88A-4997-B1EA-71CC8FCBB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FAA5-F76E-4E8D-8C02-21FEDFD82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09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8149-2348-4979-8824-723A6F3E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E4BEB-C4E6-41D0-BB4F-F5C1EDECD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22FBD-59F6-4E4B-9533-400D4AFB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AA08-48C1-41CC-B984-18AC36A33E97}" type="datetimeFigureOut">
              <a:rPr lang="en-US" smtClean="0"/>
              <a:t>12/11/2020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BCC28-6D31-4947-A0E5-BC20F376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B0155-F9CD-47AF-A58E-8C047C34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FAA5-F76E-4E8D-8C02-21FEDFD82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09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C40B-BF6D-4D11-8C74-76103CC94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AEA40-922C-4335-8289-885D15A67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9784E-0B19-4D81-8EB4-9B41EFF38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AA08-48C1-41CC-B984-18AC36A33E97}" type="datetimeFigureOut">
              <a:rPr lang="en-US" smtClean="0"/>
              <a:t>12/11/2020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D2CE3-FA3F-4607-A897-3936C068E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D9526-E60C-4612-9089-AA95746F0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FAA5-F76E-4E8D-8C02-21FEDFD82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195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B6E4-8F66-490D-9933-241097196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58C6F-8381-418E-85AC-B2492D6EA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1E2B8-5CA4-426B-A006-4B53A1B37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E42DF-3526-404C-98E5-558DBC1C0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AA08-48C1-41CC-B984-18AC36A33E97}" type="datetimeFigureOut">
              <a:rPr lang="en-US" smtClean="0"/>
              <a:t>12/11/2020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2477E-D4CA-4BEF-BE50-B8336B558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0BEB9-E077-4193-863C-D4A3137FB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FAA5-F76E-4E8D-8C02-21FEDFD82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02E5-A8EC-42EF-9490-CA16EACA4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FCCDD-77F7-47AB-8ADF-4C6B8E4CB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224F0-FFDC-4BAF-BCFE-96E097830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ED6D7-0C66-4BCC-B0AD-F604696AF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559C1-51AD-4CAC-A06A-29493672F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226F2A-40D9-4435-9E7E-213EF0C39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AA08-48C1-41CC-B984-18AC36A33E97}" type="datetimeFigureOut">
              <a:rPr lang="en-US" smtClean="0"/>
              <a:t>12/11/2020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334F1-E528-40DD-A902-9A0E75A9C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5DCF7-0345-490C-9F3D-E6E1D8956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FAA5-F76E-4E8D-8C02-21FEDFD82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1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8E26-8FA7-4622-912E-07D96AD26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976592-37FD-4331-9861-4FE5461E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AA08-48C1-41CC-B984-18AC36A33E97}" type="datetimeFigureOut">
              <a:rPr lang="en-US" smtClean="0"/>
              <a:t>12/11/2020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368C4-CF13-4EE6-AF63-0ACAE22E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A7B44-BE88-41A1-B879-636FCC14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FAA5-F76E-4E8D-8C02-21FEDFD82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5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A63AC-8294-4844-B1AF-90257961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AA08-48C1-41CC-B984-18AC36A33E97}" type="datetimeFigureOut">
              <a:rPr lang="en-US" smtClean="0"/>
              <a:t>12/11/2020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CC0ABB-654A-4CB6-8022-E5EC9EA11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3C762-26B5-4F77-B580-038C03F5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FAA5-F76E-4E8D-8C02-21FEDFD82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2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A13B-71B5-4DC7-8EF5-999FD2DA0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0BB93-84CC-4B3E-B9A0-6CE57DA77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F03F0-C167-4F86-B40C-0D702810B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2D7DF-DE42-4FE0-BA9D-FD0BE04F4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AA08-48C1-41CC-B984-18AC36A33E97}" type="datetimeFigureOut">
              <a:rPr lang="en-US" smtClean="0"/>
              <a:t>12/11/2020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9AAE5-57F7-43C7-93D5-0CA6FB06E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B5FEC-022F-4FD4-95EE-B120E63F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FAA5-F76E-4E8D-8C02-21FEDFD82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31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08421-0C38-489F-ADE8-141EFF073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93F6DE-208B-4BD5-BE50-B792EC203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14ADD9-A18B-480F-B334-19B90D365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029DA-A343-41EB-92FA-8509AD7D5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AA08-48C1-41CC-B984-18AC36A33E97}" type="datetimeFigureOut">
              <a:rPr lang="en-US" smtClean="0"/>
              <a:t>12/11/2020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4A8B7-08E0-4E5A-AFDF-96CA362C9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EA95C-A13C-4B9D-ACD0-162550E59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FAA5-F76E-4E8D-8C02-21FEDFD82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54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867C-A214-4409-A2B8-A9B8F025A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87A20-00FE-4E22-8248-4D97FF6C8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02EDB-734F-4F8A-88EA-892770F3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AA08-48C1-41CC-B984-18AC36A33E97}" type="datetimeFigureOut">
              <a:rPr lang="en-US" smtClean="0"/>
              <a:t>12/11/2020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529AE-A546-435F-A3D0-73F4077F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302EB-E083-4FAB-B393-65349970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FAA5-F76E-4E8D-8C02-21FEDFD82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17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55CC18-C44F-4E07-9E2C-46D12DB42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9124E-0AFE-4783-9A6D-7D5873946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B1A5A-AB5C-4165-B1C2-36B4C0A96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AA08-48C1-41CC-B984-18AC36A33E97}" type="datetimeFigureOut">
              <a:rPr lang="en-US" smtClean="0"/>
              <a:t>12/11/2020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72948-7BE8-4A1D-9624-656904A56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97A94-B8FE-4359-BD2F-777B60CD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FAA5-F76E-4E8D-8C02-21FEDFD82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39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fld id="{6863D3A1-FEA0-4868-A2A4-1BCFFB354D10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US" altLang="ko-KR"/>
              <a:t>CNLab, UOU</a:t>
            </a:r>
          </a:p>
        </p:txBody>
      </p:sp>
    </p:spTree>
    <p:extLst>
      <p:ext uri="{BB962C8B-B14F-4D97-AF65-F5344CB8AC3E}">
        <p14:creationId xmlns:p14="http://schemas.microsoft.com/office/powerpoint/2010/main" val="295957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CF48AF-5606-46F7-BE41-D68AFC79F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500AF-6A34-40BB-95E9-871723843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04F68-62CC-44B6-B175-E7260FB333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6AA08-48C1-41CC-B984-18AC36A33E97}" type="datetimeFigureOut">
              <a:rPr lang="en-US" smtClean="0"/>
              <a:t>12/11/2020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C9AD5-ED1A-46C2-BAD1-A3E258F9B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B5BCB-C790-45AC-9CB1-17544473E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9FAA5-F76E-4E8D-8C02-21FEDFD82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0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A6C54-CC76-4843-8846-4ADF50A173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Minimal Transmission Routing Path</a:t>
            </a:r>
          </a:p>
        </p:txBody>
      </p:sp>
    </p:spTree>
    <p:extLst>
      <p:ext uri="{BB962C8B-B14F-4D97-AF65-F5344CB8AC3E}">
        <p14:creationId xmlns:p14="http://schemas.microsoft.com/office/powerpoint/2010/main" val="3033093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40"/>
          <p:cNvSpPr txBox="1"/>
          <p:nvPr/>
        </p:nvSpPr>
        <p:spPr>
          <a:xfrm>
            <a:off x="209304" y="550184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>
                <a:solidFill>
                  <a:srgbClr val="000000"/>
                </a:solidFill>
                <a:latin typeface="MS Reference Sans Serif"/>
                <a:ea typeface="돋움체"/>
              </a:rPr>
              <a:t>Example Network</a:t>
            </a:r>
            <a:endParaRPr lang="ko-KR" altLang="en-US" sz="2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F7B328-AEA3-4F4C-A8BC-B36CDFF58CD9}"/>
              </a:ext>
            </a:extLst>
          </p:cNvPr>
          <p:cNvGrpSpPr/>
          <p:nvPr/>
        </p:nvGrpSpPr>
        <p:grpSpPr>
          <a:xfrm>
            <a:off x="3228649" y="1600200"/>
            <a:ext cx="5232323" cy="3479292"/>
            <a:chOff x="1704648" y="1600200"/>
            <a:chExt cx="5232323" cy="3479292"/>
          </a:xfrm>
        </p:grpSpPr>
        <p:sp>
          <p:nvSpPr>
            <p:cNvPr id="5" name="타원 4"/>
            <p:cNvSpPr/>
            <p:nvPr/>
          </p:nvSpPr>
          <p:spPr>
            <a:xfrm>
              <a:off x="4724400" y="1600200"/>
              <a:ext cx="457200" cy="4572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1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6" name="타원 5"/>
            <p:cNvSpPr/>
            <p:nvPr/>
          </p:nvSpPr>
          <p:spPr>
            <a:xfrm>
              <a:off x="4109222" y="302995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7" name="타원 6"/>
            <p:cNvSpPr/>
            <p:nvPr/>
          </p:nvSpPr>
          <p:spPr>
            <a:xfrm>
              <a:off x="1827777" y="304619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" name="타원 7"/>
            <p:cNvSpPr/>
            <p:nvPr/>
          </p:nvSpPr>
          <p:spPr>
            <a:xfrm>
              <a:off x="1837944" y="4622292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7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" name="타원 8"/>
            <p:cNvSpPr/>
            <p:nvPr/>
          </p:nvSpPr>
          <p:spPr>
            <a:xfrm>
              <a:off x="3019925" y="3750221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5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5783580" y="273405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6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786174" y="4315097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9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6479771" y="380390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8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2944368" y="204216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32" name="직선 연결선 31"/>
            <p:cNvCxnSpPr/>
            <p:nvPr/>
          </p:nvCxnSpPr>
          <p:spPr>
            <a:xfrm flipV="1">
              <a:off x="3472941" y="1827495"/>
              <a:ext cx="1165961" cy="3032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TextBox 212"/>
            <p:cNvSpPr txBox="1"/>
            <p:nvPr/>
          </p:nvSpPr>
          <p:spPr>
            <a:xfrm>
              <a:off x="3893361" y="1759680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139" name="직선 연결선 138"/>
            <p:cNvCxnSpPr/>
            <p:nvPr/>
          </p:nvCxnSpPr>
          <p:spPr>
            <a:xfrm flipV="1">
              <a:off x="3429000" y="1905000"/>
              <a:ext cx="1165961" cy="3032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/>
            <p:cNvCxnSpPr/>
            <p:nvPr/>
          </p:nvCxnSpPr>
          <p:spPr>
            <a:xfrm flipV="1">
              <a:off x="2248662" y="2429344"/>
              <a:ext cx="659129" cy="57755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 flipV="1">
              <a:off x="2286000" y="2470876"/>
              <a:ext cx="671030" cy="57712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/>
            <p:cNvCxnSpPr/>
            <p:nvPr/>
          </p:nvCxnSpPr>
          <p:spPr>
            <a:xfrm flipV="1">
              <a:off x="1958600" y="3632385"/>
              <a:ext cx="16351" cy="90613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연결선 148"/>
            <p:cNvCxnSpPr/>
            <p:nvPr/>
          </p:nvCxnSpPr>
          <p:spPr>
            <a:xfrm flipV="1">
              <a:off x="2040709" y="3667545"/>
              <a:ext cx="22135" cy="85076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/>
            <p:cNvCxnSpPr/>
            <p:nvPr/>
          </p:nvCxnSpPr>
          <p:spPr>
            <a:xfrm flipH="1" flipV="1">
              <a:off x="2342807" y="3441430"/>
              <a:ext cx="589881" cy="49312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/>
            <p:cNvCxnSpPr/>
            <p:nvPr/>
          </p:nvCxnSpPr>
          <p:spPr>
            <a:xfrm flipH="1" flipV="1">
              <a:off x="2411012" y="3405889"/>
              <a:ext cx="535029" cy="43517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 flipV="1">
              <a:off x="3438145" y="2475959"/>
              <a:ext cx="748768" cy="48060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연결선 164"/>
            <p:cNvCxnSpPr/>
            <p:nvPr/>
          </p:nvCxnSpPr>
          <p:spPr>
            <a:xfrm>
              <a:off x="3394472" y="2514644"/>
              <a:ext cx="715966" cy="461967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/>
            <p:cNvCxnSpPr/>
            <p:nvPr/>
          </p:nvCxnSpPr>
          <p:spPr>
            <a:xfrm flipH="1">
              <a:off x="4447491" y="2152653"/>
              <a:ext cx="334974" cy="762056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/>
            <p:cNvCxnSpPr/>
            <p:nvPr/>
          </p:nvCxnSpPr>
          <p:spPr>
            <a:xfrm flipV="1">
              <a:off x="4495800" y="2245801"/>
              <a:ext cx="331316" cy="71076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/>
            <p:cNvCxnSpPr/>
            <p:nvPr/>
          </p:nvCxnSpPr>
          <p:spPr>
            <a:xfrm flipH="1" flipV="1">
              <a:off x="5158772" y="2122379"/>
              <a:ext cx="632428" cy="62082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연결선 176"/>
            <p:cNvCxnSpPr/>
            <p:nvPr/>
          </p:nvCxnSpPr>
          <p:spPr>
            <a:xfrm>
              <a:off x="5198658" y="2050689"/>
              <a:ext cx="613221" cy="59099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/>
            <p:cNvCxnSpPr>
              <a:cxnSpLocks/>
            </p:cNvCxnSpPr>
            <p:nvPr/>
          </p:nvCxnSpPr>
          <p:spPr>
            <a:xfrm flipV="1">
              <a:off x="3498997" y="3415514"/>
              <a:ext cx="535029" cy="43517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3573610" y="3426154"/>
              <a:ext cx="541757" cy="45277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/>
            <p:cNvCxnSpPr>
              <a:cxnSpLocks/>
            </p:cNvCxnSpPr>
            <p:nvPr/>
          </p:nvCxnSpPr>
          <p:spPr>
            <a:xfrm flipH="1">
              <a:off x="4680691" y="2963008"/>
              <a:ext cx="928801" cy="20024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연결선 189"/>
            <p:cNvCxnSpPr/>
            <p:nvPr/>
          </p:nvCxnSpPr>
          <p:spPr>
            <a:xfrm flipV="1">
              <a:off x="4667265" y="3024552"/>
              <a:ext cx="963916" cy="21259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연결선 192"/>
            <p:cNvCxnSpPr/>
            <p:nvPr/>
          </p:nvCxnSpPr>
          <p:spPr>
            <a:xfrm flipH="1" flipV="1">
              <a:off x="6247336" y="3192267"/>
              <a:ext cx="467592" cy="52553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>
              <a:cxnSpLocks/>
            </p:cNvCxnSpPr>
            <p:nvPr/>
          </p:nvCxnSpPr>
          <p:spPr>
            <a:xfrm>
              <a:off x="6173114" y="3222866"/>
              <a:ext cx="467592" cy="50211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/>
            <p:cNvCxnSpPr/>
            <p:nvPr/>
          </p:nvCxnSpPr>
          <p:spPr>
            <a:xfrm flipV="1">
              <a:off x="5382879" y="4166484"/>
              <a:ext cx="998239" cy="25113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연결선 209"/>
            <p:cNvCxnSpPr/>
            <p:nvPr/>
          </p:nvCxnSpPr>
          <p:spPr>
            <a:xfrm flipH="1">
              <a:off x="5369291" y="4109083"/>
              <a:ext cx="1025416" cy="26247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 214"/>
            <p:cNvCxnSpPr/>
            <p:nvPr/>
          </p:nvCxnSpPr>
          <p:spPr>
            <a:xfrm>
              <a:off x="4562717" y="3523521"/>
              <a:ext cx="390283" cy="66747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연결선 215"/>
            <p:cNvCxnSpPr/>
            <p:nvPr/>
          </p:nvCxnSpPr>
          <p:spPr>
            <a:xfrm flipH="1" flipV="1">
              <a:off x="4498065" y="3576469"/>
              <a:ext cx="385945" cy="65346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연결선 287"/>
            <p:cNvCxnSpPr/>
            <p:nvPr/>
          </p:nvCxnSpPr>
          <p:spPr>
            <a:xfrm>
              <a:off x="3588290" y="4118739"/>
              <a:ext cx="1069768" cy="37433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flipH="1" flipV="1">
              <a:off x="3583005" y="4184065"/>
              <a:ext cx="1055897" cy="36998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직선 연결선 326"/>
            <p:cNvCxnSpPr/>
            <p:nvPr/>
          </p:nvCxnSpPr>
          <p:spPr>
            <a:xfrm flipH="1">
              <a:off x="2317124" y="4202807"/>
              <a:ext cx="692828" cy="47996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직선 연결선 327"/>
            <p:cNvCxnSpPr/>
            <p:nvPr/>
          </p:nvCxnSpPr>
          <p:spPr>
            <a:xfrm flipV="1">
              <a:off x="2356608" y="4258959"/>
              <a:ext cx="671553" cy="468066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직선 연결선 342"/>
            <p:cNvCxnSpPr/>
            <p:nvPr/>
          </p:nvCxnSpPr>
          <p:spPr>
            <a:xfrm flipH="1">
              <a:off x="5219844" y="3191256"/>
              <a:ext cx="647556" cy="98058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직선 연결선 345"/>
            <p:cNvCxnSpPr/>
            <p:nvPr/>
          </p:nvCxnSpPr>
          <p:spPr>
            <a:xfrm flipV="1">
              <a:off x="5264887" y="3294615"/>
              <a:ext cx="631711" cy="93531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/>
            <p:cNvSpPr txBox="1"/>
            <p:nvPr/>
          </p:nvSpPr>
          <p:spPr>
            <a:xfrm>
              <a:off x="4325227" y="2376793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0.7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3527099" y="2794896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6" name="TextBox 355"/>
            <p:cNvSpPr txBox="1"/>
            <p:nvPr/>
          </p:nvSpPr>
          <p:spPr>
            <a:xfrm rot="19392266">
              <a:off x="3594106" y="3396734"/>
              <a:ext cx="306188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7" name="TextBox 356"/>
            <p:cNvSpPr txBox="1"/>
            <p:nvPr/>
          </p:nvSpPr>
          <p:spPr>
            <a:xfrm>
              <a:off x="5043202" y="2848976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1704648" y="3941126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376" name="직선 연결선 375"/>
            <p:cNvCxnSpPr/>
            <p:nvPr/>
          </p:nvCxnSpPr>
          <p:spPr>
            <a:xfrm>
              <a:off x="3129641" y="2613306"/>
              <a:ext cx="29374" cy="107468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직선 연결선 378"/>
            <p:cNvCxnSpPr/>
            <p:nvPr/>
          </p:nvCxnSpPr>
          <p:spPr>
            <a:xfrm flipH="1" flipV="1">
              <a:off x="3211008" y="2670846"/>
              <a:ext cx="22041" cy="10069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TextBox 390"/>
            <p:cNvSpPr txBox="1"/>
            <p:nvPr/>
          </p:nvSpPr>
          <p:spPr>
            <a:xfrm>
              <a:off x="2334768" y="2498467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2" name="TextBox 391"/>
            <p:cNvSpPr txBox="1"/>
            <p:nvPr/>
          </p:nvSpPr>
          <p:spPr>
            <a:xfrm>
              <a:off x="2626603" y="2817747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5543024" y="2162151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4" name="TextBox 393"/>
            <p:cNvSpPr txBox="1"/>
            <p:nvPr/>
          </p:nvSpPr>
          <p:spPr>
            <a:xfrm>
              <a:off x="5181600" y="2406134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5" name="TextBox 394"/>
            <p:cNvSpPr txBox="1"/>
            <p:nvPr/>
          </p:nvSpPr>
          <p:spPr>
            <a:xfrm>
              <a:off x="5711120" y="4022755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6" name="TextBox 395"/>
            <p:cNvSpPr txBox="1"/>
            <p:nvPr/>
          </p:nvSpPr>
          <p:spPr>
            <a:xfrm>
              <a:off x="4786329" y="3657888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7" name="TextBox 396"/>
            <p:cNvSpPr txBox="1"/>
            <p:nvPr/>
          </p:nvSpPr>
          <p:spPr>
            <a:xfrm>
              <a:off x="4035959" y="4089993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1" name="TextBox 400"/>
            <p:cNvSpPr txBox="1"/>
            <p:nvPr/>
          </p:nvSpPr>
          <p:spPr>
            <a:xfrm>
              <a:off x="2438400" y="4234934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2" name="TextBox 401"/>
            <p:cNvSpPr txBox="1"/>
            <p:nvPr/>
          </p:nvSpPr>
          <p:spPr>
            <a:xfrm>
              <a:off x="2698137" y="4495135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2087843" y="3941126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8" name="TextBox 407"/>
            <p:cNvSpPr txBox="1"/>
            <p:nvPr/>
          </p:nvSpPr>
          <p:spPr>
            <a:xfrm>
              <a:off x="4750724" y="2504042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5285534" y="3478622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0.7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10" name="TextBox 409"/>
            <p:cNvSpPr txBox="1"/>
            <p:nvPr/>
          </p:nvSpPr>
          <p:spPr>
            <a:xfrm>
              <a:off x="5711120" y="3662558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0.7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6521426" y="3289257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6173114" y="3496581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3923664" y="4419600"/>
              <a:ext cx="26451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3825149" y="3701534"/>
              <a:ext cx="335261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678967" y="3423397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431369" y="3791117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3281129" y="3078541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2856001" y="3073888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7" name="TextBox 436"/>
            <p:cNvSpPr txBox="1"/>
            <p:nvPr/>
          </p:nvSpPr>
          <p:spPr>
            <a:xfrm>
              <a:off x="3785052" y="2504042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8" name="TextBox 437"/>
            <p:cNvSpPr txBox="1"/>
            <p:nvPr/>
          </p:nvSpPr>
          <p:spPr>
            <a:xfrm>
              <a:off x="5050647" y="3170874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4352283" y="3791117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791200" y="4343400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0.8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991786" y="2075431"/>
              <a:ext cx="25167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0.9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247C0B3-6D23-4294-ADB6-2100F3D13AD4}"/>
              </a:ext>
            </a:extLst>
          </p:cNvPr>
          <p:cNvSpPr txBox="1"/>
          <p:nvPr/>
        </p:nvSpPr>
        <p:spPr>
          <a:xfrm>
            <a:off x="4624665" y="5422697"/>
            <a:ext cx="250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Network with PRR config</a:t>
            </a:r>
          </a:p>
        </p:txBody>
      </p:sp>
    </p:spTree>
    <p:extLst>
      <p:ext uri="{BB962C8B-B14F-4D97-AF65-F5344CB8AC3E}">
        <p14:creationId xmlns:p14="http://schemas.microsoft.com/office/powerpoint/2010/main" val="483342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DF40DB0-0F30-4F79-AF1E-426F3B754CCF}"/>
              </a:ext>
            </a:extLst>
          </p:cNvPr>
          <p:cNvGrpSpPr/>
          <p:nvPr/>
        </p:nvGrpSpPr>
        <p:grpSpPr>
          <a:xfrm>
            <a:off x="3315687" y="1600200"/>
            <a:ext cx="5145284" cy="3479292"/>
            <a:chOff x="1791687" y="1600200"/>
            <a:chExt cx="5145284" cy="3479292"/>
          </a:xfrm>
        </p:grpSpPr>
        <p:sp>
          <p:nvSpPr>
            <p:cNvPr id="5" name="타원 4"/>
            <p:cNvSpPr/>
            <p:nvPr/>
          </p:nvSpPr>
          <p:spPr>
            <a:xfrm>
              <a:off x="4724400" y="1600200"/>
              <a:ext cx="457200" cy="4572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1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6" name="타원 5"/>
            <p:cNvSpPr/>
            <p:nvPr/>
          </p:nvSpPr>
          <p:spPr>
            <a:xfrm>
              <a:off x="4109222" y="302995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7" name="타원 6"/>
            <p:cNvSpPr/>
            <p:nvPr/>
          </p:nvSpPr>
          <p:spPr>
            <a:xfrm>
              <a:off x="1827777" y="304619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" name="타원 7"/>
            <p:cNvSpPr/>
            <p:nvPr/>
          </p:nvSpPr>
          <p:spPr>
            <a:xfrm>
              <a:off x="1837944" y="4622292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7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" name="타원 8"/>
            <p:cNvSpPr/>
            <p:nvPr/>
          </p:nvSpPr>
          <p:spPr>
            <a:xfrm>
              <a:off x="3019925" y="3750221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5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5783580" y="273405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6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786174" y="4315097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9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6479771" y="380390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8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2944368" y="204216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32" name="직선 연결선 31"/>
            <p:cNvCxnSpPr/>
            <p:nvPr/>
          </p:nvCxnSpPr>
          <p:spPr>
            <a:xfrm flipV="1">
              <a:off x="3472941" y="1827495"/>
              <a:ext cx="1165961" cy="3032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TextBox 212"/>
            <p:cNvSpPr txBox="1"/>
            <p:nvPr/>
          </p:nvSpPr>
          <p:spPr>
            <a:xfrm>
              <a:off x="3949315" y="178615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139" name="직선 연결선 138"/>
            <p:cNvCxnSpPr/>
            <p:nvPr/>
          </p:nvCxnSpPr>
          <p:spPr>
            <a:xfrm flipV="1">
              <a:off x="3429000" y="1905000"/>
              <a:ext cx="1165961" cy="3032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/>
            <p:cNvCxnSpPr/>
            <p:nvPr/>
          </p:nvCxnSpPr>
          <p:spPr>
            <a:xfrm flipV="1">
              <a:off x="2248662" y="2429344"/>
              <a:ext cx="659129" cy="57755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 flipV="1">
              <a:off x="2286000" y="2470876"/>
              <a:ext cx="671030" cy="57712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/>
            <p:cNvCxnSpPr/>
            <p:nvPr/>
          </p:nvCxnSpPr>
          <p:spPr>
            <a:xfrm flipV="1">
              <a:off x="1958600" y="3632385"/>
              <a:ext cx="16351" cy="90613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연결선 148"/>
            <p:cNvCxnSpPr/>
            <p:nvPr/>
          </p:nvCxnSpPr>
          <p:spPr>
            <a:xfrm flipV="1">
              <a:off x="2040709" y="3667545"/>
              <a:ext cx="22135" cy="85076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/>
            <p:cNvCxnSpPr/>
            <p:nvPr/>
          </p:nvCxnSpPr>
          <p:spPr>
            <a:xfrm flipH="1" flipV="1">
              <a:off x="2342807" y="3441430"/>
              <a:ext cx="589881" cy="49312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/>
            <p:cNvCxnSpPr/>
            <p:nvPr/>
          </p:nvCxnSpPr>
          <p:spPr>
            <a:xfrm flipH="1" flipV="1">
              <a:off x="2411012" y="3405889"/>
              <a:ext cx="535029" cy="43517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 flipV="1">
              <a:off x="3438145" y="2475959"/>
              <a:ext cx="748768" cy="48060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연결선 164"/>
            <p:cNvCxnSpPr/>
            <p:nvPr/>
          </p:nvCxnSpPr>
          <p:spPr>
            <a:xfrm>
              <a:off x="3394472" y="2514644"/>
              <a:ext cx="715966" cy="461967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/>
            <p:cNvCxnSpPr/>
            <p:nvPr/>
          </p:nvCxnSpPr>
          <p:spPr>
            <a:xfrm flipH="1">
              <a:off x="4447491" y="2152653"/>
              <a:ext cx="334974" cy="762056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/>
            <p:cNvCxnSpPr/>
            <p:nvPr/>
          </p:nvCxnSpPr>
          <p:spPr>
            <a:xfrm flipV="1">
              <a:off x="4495800" y="2245801"/>
              <a:ext cx="331316" cy="71076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/>
            <p:cNvCxnSpPr/>
            <p:nvPr/>
          </p:nvCxnSpPr>
          <p:spPr>
            <a:xfrm flipH="1" flipV="1">
              <a:off x="5158772" y="2122379"/>
              <a:ext cx="632428" cy="62082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연결선 176"/>
            <p:cNvCxnSpPr/>
            <p:nvPr/>
          </p:nvCxnSpPr>
          <p:spPr>
            <a:xfrm>
              <a:off x="5198658" y="2050689"/>
              <a:ext cx="613221" cy="59099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/>
            <p:cNvCxnSpPr>
              <a:cxnSpLocks/>
            </p:cNvCxnSpPr>
            <p:nvPr/>
          </p:nvCxnSpPr>
          <p:spPr>
            <a:xfrm flipV="1">
              <a:off x="3498997" y="3415514"/>
              <a:ext cx="535029" cy="43517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3573610" y="3426154"/>
              <a:ext cx="541757" cy="45277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/>
            <p:cNvCxnSpPr>
              <a:cxnSpLocks/>
            </p:cNvCxnSpPr>
            <p:nvPr/>
          </p:nvCxnSpPr>
          <p:spPr>
            <a:xfrm flipH="1">
              <a:off x="4680691" y="2963008"/>
              <a:ext cx="928801" cy="20024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연결선 189"/>
            <p:cNvCxnSpPr/>
            <p:nvPr/>
          </p:nvCxnSpPr>
          <p:spPr>
            <a:xfrm flipV="1">
              <a:off x="4667265" y="3024552"/>
              <a:ext cx="963916" cy="21259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연결선 192"/>
            <p:cNvCxnSpPr/>
            <p:nvPr/>
          </p:nvCxnSpPr>
          <p:spPr>
            <a:xfrm flipH="1" flipV="1">
              <a:off x="6247336" y="3192267"/>
              <a:ext cx="467592" cy="52553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>
              <a:cxnSpLocks/>
            </p:cNvCxnSpPr>
            <p:nvPr/>
          </p:nvCxnSpPr>
          <p:spPr>
            <a:xfrm>
              <a:off x="6173114" y="3222866"/>
              <a:ext cx="467592" cy="50211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/>
            <p:cNvCxnSpPr/>
            <p:nvPr/>
          </p:nvCxnSpPr>
          <p:spPr>
            <a:xfrm flipV="1">
              <a:off x="5382879" y="4166484"/>
              <a:ext cx="998239" cy="25113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연결선 209"/>
            <p:cNvCxnSpPr/>
            <p:nvPr/>
          </p:nvCxnSpPr>
          <p:spPr>
            <a:xfrm flipH="1">
              <a:off x="5369291" y="4109083"/>
              <a:ext cx="1025416" cy="26247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 214"/>
            <p:cNvCxnSpPr/>
            <p:nvPr/>
          </p:nvCxnSpPr>
          <p:spPr>
            <a:xfrm>
              <a:off x="4562717" y="3523521"/>
              <a:ext cx="390283" cy="66747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연결선 215"/>
            <p:cNvCxnSpPr/>
            <p:nvPr/>
          </p:nvCxnSpPr>
          <p:spPr>
            <a:xfrm flipH="1" flipV="1">
              <a:off x="4498065" y="3576469"/>
              <a:ext cx="385945" cy="65346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연결선 287"/>
            <p:cNvCxnSpPr/>
            <p:nvPr/>
          </p:nvCxnSpPr>
          <p:spPr>
            <a:xfrm>
              <a:off x="3588290" y="4118739"/>
              <a:ext cx="1069768" cy="37433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flipH="1" flipV="1">
              <a:off x="3583005" y="4184065"/>
              <a:ext cx="1055897" cy="36998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직선 연결선 326"/>
            <p:cNvCxnSpPr/>
            <p:nvPr/>
          </p:nvCxnSpPr>
          <p:spPr>
            <a:xfrm flipH="1">
              <a:off x="2317124" y="4202807"/>
              <a:ext cx="692828" cy="47996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직선 연결선 327"/>
            <p:cNvCxnSpPr/>
            <p:nvPr/>
          </p:nvCxnSpPr>
          <p:spPr>
            <a:xfrm flipV="1">
              <a:off x="2356608" y="4258959"/>
              <a:ext cx="671553" cy="468066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직선 연결선 342"/>
            <p:cNvCxnSpPr/>
            <p:nvPr/>
          </p:nvCxnSpPr>
          <p:spPr>
            <a:xfrm flipH="1">
              <a:off x="5219844" y="3191256"/>
              <a:ext cx="647556" cy="98058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직선 연결선 345"/>
            <p:cNvCxnSpPr/>
            <p:nvPr/>
          </p:nvCxnSpPr>
          <p:spPr>
            <a:xfrm flipV="1">
              <a:off x="5264887" y="3294615"/>
              <a:ext cx="631711" cy="93531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/>
            <p:cNvSpPr txBox="1"/>
            <p:nvPr/>
          </p:nvSpPr>
          <p:spPr>
            <a:xfrm>
              <a:off x="4450096" y="2378574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3631959" y="2750507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6" name="TextBox 355"/>
            <p:cNvSpPr txBox="1"/>
            <p:nvPr/>
          </p:nvSpPr>
          <p:spPr>
            <a:xfrm>
              <a:off x="3672846" y="3398644"/>
              <a:ext cx="141143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7" name="TextBox 356"/>
            <p:cNvSpPr txBox="1"/>
            <p:nvPr/>
          </p:nvSpPr>
          <p:spPr>
            <a:xfrm>
              <a:off x="5043202" y="2848976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1791687" y="394224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376" name="직선 연결선 375"/>
            <p:cNvCxnSpPr/>
            <p:nvPr/>
          </p:nvCxnSpPr>
          <p:spPr>
            <a:xfrm>
              <a:off x="3129641" y="2613306"/>
              <a:ext cx="29374" cy="107468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직선 연결선 378"/>
            <p:cNvCxnSpPr/>
            <p:nvPr/>
          </p:nvCxnSpPr>
          <p:spPr>
            <a:xfrm flipH="1" flipV="1">
              <a:off x="3211008" y="2670846"/>
              <a:ext cx="22041" cy="10069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TextBox 390"/>
            <p:cNvSpPr txBox="1"/>
            <p:nvPr/>
          </p:nvSpPr>
          <p:spPr>
            <a:xfrm>
              <a:off x="2427880" y="255138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2" name="TextBox 391"/>
            <p:cNvSpPr txBox="1"/>
            <p:nvPr/>
          </p:nvSpPr>
          <p:spPr>
            <a:xfrm>
              <a:off x="2626603" y="2817747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5543024" y="216215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4" name="TextBox 393"/>
            <p:cNvSpPr txBox="1"/>
            <p:nvPr/>
          </p:nvSpPr>
          <p:spPr>
            <a:xfrm>
              <a:off x="5302335" y="238649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5" name="TextBox 394"/>
            <p:cNvSpPr txBox="1"/>
            <p:nvPr/>
          </p:nvSpPr>
          <p:spPr>
            <a:xfrm>
              <a:off x="5783204" y="403079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6" name="TextBox 395"/>
            <p:cNvSpPr txBox="1"/>
            <p:nvPr/>
          </p:nvSpPr>
          <p:spPr>
            <a:xfrm>
              <a:off x="4786329" y="3657888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7" name="TextBox 396"/>
            <p:cNvSpPr txBox="1"/>
            <p:nvPr/>
          </p:nvSpPr>
          <p:spPr>
            <a:xfrm>
              <a:off x="4089142" y="4080944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1" name="TextBox 400"/>
            <p:cNvSpPr txBox="1"/>
            <p:nvPr/>
          </p:nvSpPr>
          <p:spPr>
            <a:xfrm>
              <a:off x="2529892" y="429345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2" name="TextBox 401"/>
            <p:cNvSpPr txBox="1"/>
            <p:nvPr/>
          </p:nvSpPr>
          <p:spPr>
            <a:xfrm>
              <a:off x="2698137" y="4495135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2087385" y="3924417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8" name="TextBox 407"/>
            <p:cNvSpPr txBox="1"/>
            <p:nvPr/>
          </p:nvSpPr>
          <p:spPr>
            <a:xfrm>
              <a:off x="4750724" y="250404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5425895" y="3505559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10" name="TextBox 409"/>
            <p:cNvSpPr txBox="1"/>
            <p:nvPr/>
          </p:nvSpPr>
          <p:spPr>
            <a:xfrm>
              <a:off x="5719539" y="361909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6479207" y="3248863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6276534" y="347101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3991678" y="4387695"/>
              <a:ext cx="84696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3865170" y="3678964"/>
              <a:ext cx="164911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651646" y="343878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510194" y="3677755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3281129" y="307854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2944319" y="3091298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7" name="TextBox 436"/>
            <p:cNvSpPr txBox="1"/>
            <p:nvPr/>
          </p:nvSpPr>
          <p:spPr>
            <a:xfrm>
              <a:off x="3785052" y="250404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8" name="TextBox 437"/>
            <p:cNvSpPr txBox="1"/>
            <p:nvPr/>
          </p:nvSpPr>
          <p:spPr>
            <a:xfrm>
              <a:off x="5050647" y="3170874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4476372" y="3782695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791200" y="434340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991786" y="207543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CD561FC5-6003-4B2D-9C47-4B7A1B92B04F}"/>
              </a:ext>
            </a:extLst>
          </p:cNvPr>
          <p:cNvSpPr txBox="1"/>
          <p:nvPr/>
        </p:nvSpPr>
        <p:spPr>
          <a:xfrm>
            <a:off x="209304" y="550184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>
                <a:solidFill>
                  <a:srgbClr val="000000"/>
                </a:solidFill>
                <a:latin typeface="MS Reference Sans Serif"/>
                <a:ea typeface="돋움체"/>
              </a:rPr>
              <a:t>Example Network</a:t>
            </a:r>
            <a:endParaRPr lang="ko-KR" altLang="en-US" sz="2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6DBA50B-AFAB-414A-B490-2E9F452CF74E}"/>
              </a:ext>
            </a:extLst>
          </p:cNvPr>
          <p:cNvSpPr txBox="1"/>
          <p:nvPr/>
        </p:nvSpPr>
        <p:spPr>
          <a:xfrm>
            <a:off x="3880608" y="5386358"/>
            <a:ext cx="3640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Network with Bdist metric after MLQ</a:t>
            </a:r>
          </a:p>
        </p:txBody>
      </p:sp>
    </p:spTree>
    <p:extLst>
      <p:ext uri="{BB962C8B-B14F-4D97-AF65-F5344CB8AC3E}">
        <p14:creationId xmlns:p14="http://schemas.microsoft.com/office/powerpoint/2010/main" val="385475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71E9771-21B5-4FF1-B0AC-BD8B306BF6D7}"/>
              </a:ext>
            </a:extLst>
          </p:cNvPr>
          <p:cNvGrpSpPr/>
          <p:nvPr/>
        </p:nvGrpSpPr>
        <p:grpSpPr>
          <a:xfrm>
            <a:off x="3315687" y="1251136"/>
            <a:ext cx="5145284" cy="3828357"/>
            <a:chOff x="1791687" y="1251135"/>
            <a:chExt cx="5145284" cy="382835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DF40DB0-0F30-4F79-AF1E-426F3B754CCF}"/>
                </a:ext>
              </a:extLst>
            </p:cNvPr>
            <p:cNvGrpSpPr/>
            <p:nvPr/>
          </p:nvGrpSpPr>
          <p:grpSpPr>
            <a:xfrm>
              <a:off x="1791687" y="1600200"/>
              <a:ext cx="5145284" cy="3479292"/>
              <a:chOff x="1791687" y="1600200"/>
              <a:chExt cx="5145284" cy="3479292"/>
            </a:xfrm>
          </p:grpSpPr>
          <p:sp>
            <p:nvSpPr>
              <p:cNvPr id="5" name="타원 4"/>
              <p:cNvSpPr/>
              <p:nvPr/>
            </p:nvSpPr>
            <p:spPr>
              <a:xfrm>
                <a:off x="4724400" y="160020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1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6" name="타원 5"/>
              <p:cNvSpPr/>
              <p:nvPr/>
            </p:nvSpPr>
            <p:spPr>
              <a:xfrm>
                <a:off x="4109222" y="302995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7" name="타원 6"/>
              <p:cNvSpPr/>
              <p:nvPr/>
            </p:nvSpPr>
            <p:spPr>
              <a:xfrm>
                <a:off x="1827777" y="304619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" name="타원 7"/>
              <p:cNvSpPr/>
              <p:nvPr/>
            </p:nvSpPr>
            <p:spPr>
              <a:xfrm>
                <a:off x="1837944" y="462229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7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9" name="타원 8"/>
              <p:cNvSpPr/>
              <p:nvPr/>
            </p:nvSpPr>
            <p:spPr>
              <a:xfrm>
                <a:off x="3019925" y="375022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5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7" name="타원 16"/>
              <p:cNvSpPr/>
              <p:nvPr/>
            </p:nvSpPr>
            <p:spPr>
              <a:xfrm>
                <a:off x="5783580" y="273405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6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8" name="타원 17"/>
              <p:cNvSpPr/>
              <p:nvPr/>
            </p:nvSpPr>
            <p:spPr>
              <a:xfrm>
                <a:off x="4786174" y="431509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9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9" name="타원 18"/>
              <p:cNvSpPr/>
              <p:nvPr/>
            </p:nvSpPr>
            <p:spPr>
              <a:xfrm>
                <a:off x="6479771" y="380390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8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28" name="타원 27"/>
              <p:cNvSpPr/>
              <p:nvPr/>
            </p:nvSpPr>
            <p:spPr>
              <a:xfrm>
                <a:off x="2944368" y="204216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32" name="직선 연결선 31"/>
              <p:cNvCxnSpPr/>
              <p:nvPr/>
            </p:nvCxnSpPr>
            <p:spPr>
              <a:xfrm flipV="1">
                <a:off x="3472941" y="1827495"/>
                <a:ext cx="1165961" cy="3032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TextBox 212"/>
              <p:cNvSpPr txBox="1"/>
              <p:nvPr/>
            </p:nvSpPr>
            <p:spPr>
              <a:xfrm>
                <a:off x="3949315" y="178615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139" name="직선 연결선 138"/>
              <p:cNvCxnSpPr/>
              <p:nvPr/>
            </p:nvCxnSpPr>
            <p:spPr>
              <a:xfrm flipV="1">
                <a:off x="3429000" y="1905000"/>
                <a:ext cx="1165961" cy="3032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V="1">
                <a:off x="2248662" y="2429344"/>
                <a:ext cx="659129" cy="57755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flipV="1">
                <a:off x="2286000" y="2470876"/>
                <a:ext cx="671030" cy="57712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V="1">
                <a:off x="1958600" y="3632385"/>
                <a:ext cx="16351" cy="90613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flipV="1">
                <a:off x="2040709" y="3667545"/>
                <a:ext cx="22135" cy="85076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 flipV="1">
                <a:off x="2342807" y="3441430"/>
                <a:ext cx="589881" cy="49312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flipH="1" flipV="1">
                <a:off x="2411012" y="3405889"/>
                <a:ext cx="535029" cy="43517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 flipV="1">
                <a:off x="3438145" y="2475959"/>
                <a:ext cx="748768" cy="48060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>
                <a:off x="3394472" y="2514644"/>
                <a:ext cx="715966" cy="461967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flipH="1">
                <a:off x="4447491" y="2152653"/>
                <a:ext cx="334974" cy="762056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flipV="1">
                <a:off x="4495800" y="2245801"/>
                <a:ext cx="331316" cy="71076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 flipV="1">
                <a:off x="5158772" y="2122379"/>
                <a:ext cx="632428" cy="62082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>
                <a:off x="5198658" y="2050689"/>
                <a:ext cx="613221" cy="59099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>
                <a:cxnSpLocks/>
              </p:cNvCxnSpPr>
              <p:nvPr/>
            </p:nvCxnSpPr>
            <p:spPr>
              <a:xfrm flipV="1">
                <a:off x="3498997" y="3415514"/>
                <a:ext cx="535029" cy="43517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flipH="1">
                <a:off x="3573610" y="3426154"/>
                <a:ext cx="541757" cy="45277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/>
              <p:cNvCxnSpPr>
                <a:cxnSpLocks/>
              </p:cNvCxnSpPr>
              <p:nvPr/>
            </p:nvCxnSpPr>
            <p:spPr>
              <a:xfrm flipH="1">
                <a:off x="4680691" y="2963008"/>
                <a:ext cx="928801" cy="20024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flipV="1">
                <a:off x="4667265" y="3024552"/>
                <a:ext cx="963916" cy="21259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직선 연결선 192"/>
              <p:cNvCxnSpPr/>
              <p:nvPr/>
            </p:nvCxnSpPr>
            <p:spPr>
              <a:xfrm flipH="1" flipV="1">
                <a:off x="6247336" y="3192267"/>
                <a:ext cx="467592" cy="52553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직선 연결선 195"/>
              <p:cNvCxnSpPr>
                <a:cxnSpLocks/>
              </p:cNvCxnSpPr>
              <p:nvPr/>
            </p:nvCxnSpPr>
            <p:spPr>
              <a:xfrm>
                <a:off x="6173114" y="3222866"/>
                <a:ext cx="467592" cy="50211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V="1">
                <a:off x="5382879" y="4166484"/>
                <a:ext cx="998239" cy="25113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직선 연결선 209"/>
              <p:cNvCxnSpPr/>
              <p:nvPr/>
            </p:nvCxnSpPr>
            <p:spPr>
              <a:xfrm flipH="1">
                <a:off x="5369291" y="4109083"/>
                <a:ext cx="1025416" cy="26247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>
                <a:off x="4562717" y="3523521"/>
                <a:ext cx="390283" cy="66747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/>
              <p:cNvCxnSpPr/>
              <p:nvPr/>
            </p:nvCxnSpPr>
            <p:spPr>
              <a:xfrm flipH="1" flipV="1">
                <a:off x="4498065" y="3576469"/>
                <a:ext cx="385945" cy="65346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직선 연결선 287"/>
              <p:cNvCxnSpPr/>
              <p:nvPr/>
            </p:nvCxnSpPr>
            <p:spPr>
              <a:xfrm>
                <a:off x="3588290" y="4118739"/>
                <a:ext cx="1069768" cy="37433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직선 연결선 288"/>
              <p:cNvCxnSpPr/>
              <p:nvPr/>
            </p:nvCxnSpPr>
            <p:spPr>
              <a:xfrm flipH="1" flipV="1">
                <a:off x="3583005" y="4184065"/>
                <a:ext cx="1055897" cy="36998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직선 연결선 326"/>
              <p:cNvCxnSpPr/>
              <p:nvPr/>
            </p:nvCxnSpPr>
            <p:spPr>
              <a:xfrm flipH="1">
                <a:off x="2317124" y="4202807"/>
                <a:ext cx="692828" cy="47996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직선 연결선 327"/>
              <p:cNvCxnSpPr/>
              <p:nvPr/>
            </p:nvCxnSpPr>
            <p:spPr>
              <a:xfrm flipV="1">
                <a:off x="2356608" y="4258959"/>
                <a:ext cx="671553" cy="468066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직선 연결선 342"/>
              <p:cNvCxnSpPr/>
              <p:nvPr/>
            </p:nvCxnSpPr>
            <p:spPr>
              <a:xfrm flipH="1">
                <a:off x="5219844" y="3191256"/>
                <a:ext cx="647556" cy="98058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직선 연결선 345"/>
              <p:cNvCxnSpPr/>
              <p:nvPr/>
            </p:nvCxnSpPr>
            <p:spPr>
              <a:xfrm flipV="1">
                <a:off x="5264887" y="3294615"/>
                <a:ext cx="631711" cy="93531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4" name="TextBox 353"/>
              <p:cNvSpPr txBox="1"/>
              <p:nvPr/>
            </p:nvSpPr>
            <p:spPr>
              <a:xfrm>
                <a:off x="4450096" y="237857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5" name="TextBox 354"/>
              <p:cNvSpPr txBox="1"/>
              <p:nvPr/>
            </p:nvSpPr>
            <p:spPr>
              <a:xfrm>
                <a:off x="3631959" y="275050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6" name="TextBox 355"/>
              <p:cNvSpPr txBox="1"/>
              <p:nvPr/>
            </p:nvSpPr>
            <p:spPr>
              <a:xfrm>
                <a:off x="3672846" y="3398644"/>
                <a:ext cx="141143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7" name="TextBox 356"/>
              <p:cNvSpPr txBox="1"/>
              <p:nvPr/>
            </p:nvSpPr>
            <p:spPr>
              <a:xfrm>
                <a:off x="5043202" y="2848976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8" name="TextBox 357"/>
              <p:cNvSpPr txBox="1"/>
              <p:nvPr/>
            </p:nvSpPr>
            <p:spPr>
              <a:xfrm>
                <a:off x="1791687" y="394224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376" name="직선 연결선 375"/>
              <p:cNvCxnSpPr/>
              <p:nvPr/>
            </p:nvCxnSpPr>
            <p:spPr>
              <a:xfrm>
                <a:off x="3129641" y="2613306"/>
                <a:ext cx="29374" cy="107468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직선 연결선 378"/>
              <p:cNvCxnSpPr/>
              <p:nvPr/>
            </p:nvCxnSpPr>
            <p:spPr>
              <a:xfrm flipH="1" flipV="1">
                <a:off x="3211008" y="2670846"/>
                <a:ext cx="22041" cy="10069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1" name="TextBox 390"/>
              <p:cNvSpPr txBox="1"/>
              <p:nvPr/>
            </p:nvSpPr>
            <p:spPr>
              <a:xfrm>
                <a:off x="2427880" y="255138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2" name="TextBox 391"/>
              <p:cNvSpPr txBox="1"/>
              <p:nvPr/>
            </p:nvSpPr>
            <p:spPr>
              <a:xfrm>
                <a:off x="2626603" y="281774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3" name="TextBox 392"/>
              <p:cNvSpPr txBox="1"/>
              <p:nvPr/>
            </p:nvSpPr>
            <p:spPr>
              <a:xfrm>
                <a:off x="5543024" y="216215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4" name="TextBox 393"/>
              <p:cNvSpPr txBox="1"/>
              <p:nvPr/>
            </p:nvSpPr>
            <p:spPr>
              <a:xfrm>
                <a:off x="5302335" y="238649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5" name="TextBox 394"/>
              <p:cNvSpPr txBox="1"/>
              <p:nvPr/>
            </p:nvSpPr>
            <p:spPr>
              <a:xfrm>
                <a:off x="5783204" y="403079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6" name="TextBox 395"/>
              <p:cNvSpPr txBox="1"/>
              <p:nvPr/>
            </p:nvSpPr>
            <p:spPr>
              <a:xfrm>
                <a:off x="4786329" y="3657888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7" name="TextBox 396"/>
              <p:cNvSpPr txBox="1"/>
              <p:nvPr/>
            </p:nvSpPr>
            <p:spPr>
              <a:xfrm>
                <a:off x="4089142" y="408094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1" name="TextBox 400"/>
              <p:cNvSpPr txBox="1"/>
              <p:nvPr/>
            </p:nvSpPr>
            <p:spPr>
              <a:xfrm>
                <a:off x="2529892" y="429345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2" name="TextBox 401"/>
              <p:cNvSpPr txBox="1"/>
              <p:nvPr/>
            </p:nvSpPr>
            <p:spPr>
              <a:xfrm>
                <a:off x="2698137" y="449513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3" name="TextBox 402"/>
              <p:cNvSpPr txBox="1"/>
              <p:nvPr/>
            </p:nvSpPr>
            <p:spPr>
              <a:xfrm>
                <a:off x="2087385" y="392441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8" name="TextBox 407"/>
              <p:cNvSpPr txBox="1"/>
              <p:nvPr/>
            </p:nvSpPr>
            <p:spPr>
              <a:xfrm>
                <a:off x="4750724" y="250404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9" name="TextBox 408"/>
              <p:cNvSpPr txBox="1"/>
              <p:nvPr/>
            </p:nvSpPr>
            <p:spPr>
              <a:xfrm>
                <a:off x="5425895" y="3505559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10" name="TextBox 409"/>
              <p:cNvSpPr txBox="1"/>
              <p:nvPr/>
            </p:nvSpPr>
            <p:spPr>
              <a:xfrm>
                <a:off x="5719539" y="361909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20" name="TextBox 419"/>
              <p:cNvSpPr txBox="1"/>
              <p:nvPr/>
            </p:nvSpPr>
            <p:spPr>
              <a:xfrm>
                <a:off x="6479207" y="3248863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21" name="TextBox 420"/>
              <p:cNvSpPr txBox="1"/>
              <p:nvPr/>
            </p:nvSpPr>
            <p:spPr>
              <a:xfrm>
                <a:off x="6276534" y="347101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0" name="TextBox 429"/>
              <p:cNvSpPr txBox="1"/>
              <p:nvPr/>
            </p:nvSpPr>
            <p:spPr>
              <a:xfrm>
                <a:off x="3991678" y="4387695"/>
                <a:ext cx="84696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1" name="TextBox 430"/>
              <p:cNvSpPr txBox="1"/>
              <p:nvPr/>
            </p:nvSpPr>
            <p:spPr>
              <a:xfrm>
                <a:off x="3865170" y="3678964"/>
                <a:ext cx="164911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3" name="TextBox 432"/>
              <p:cNvSpPr txBox="1"/>
              <p:nvPr/>
            </p:nvSpPr>
            <p:spPr>
              <a:xfrm>
                <a:off x="2651646" y="343878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4" name="TextBox 433"/>
              <p:cNvSpPr txBox="1"/>
              <p:nvPr/>
            </p:nvSpPr>
            <p:spPr>
              <a:xfrm>
                <a:off x="2510194" y="367775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5" name="TextBox 434"/>
              <p:cNvSpPr txBox="1"/>
              <p:nvPr/>
            </p:nvSpPr>
            <p:spPr>
              <a:xfrm>
                <a:off x="3281129" y="307854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6" name="TextBox 435"/>
              <p:cNvSpPr txBox="1"/>
              <p:nvPr/>
            </p:nvSpPr>
            <p:spPr>
              <a:xfrm>
                <a:off x="2944319" y="3091298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7" name="TextBox 436"/>
              <p:cNvSpPr txBox="1"/>
              <p:nvPr/>
            </p:nvSpPr>
            <p:spPr>
              <a:xfrm>
                <a:off x="3785052" y="250404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8" name="TextBox 437"/>
              <p:cNvSpPr txBox="1"/>
              <p:nvPr/>
            </p:nvSpPr>
            <p:spPr>
              <a:xfrm>
                <a:off x="5050647" y="317087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9" name="TextBox 438"/>
              <p:cNvSpPr txBox="1"/>
              <p:nvPr/>
            </p:nvSpPr>
            <p:spPr>
              <a:xfrm>
                <a:off x="4476372" y="378269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5791200" y="434340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3991786" y="207543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0474B5C-4089-4C20-AD25-288D0C7F14F2}"/>
                </a:ext>
              </a:extLst>
            </p:cNvPr>
            <p:cNvSpPr/>
            <p:nvPr/>
          </p:nvSpPr>
          <p:spPr bwMode="auto">
            <a:xfrm>
              <a:off x="2660281" y="1251135"/>
              <a:ext cx="4040820" cy="2332175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algn="ctr"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1600" dirty="0">
                <a:solidFill>
                  <a:srgbClr val="000000"/>
                </a:solidFill>
                <a:latin typeface="MS Reference Sans Serif"/>
                <a:ea typeface="굴림" pitchFamily="50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B150799-E835-497D-8C36-AD862E4D95F8}"/>
                </a:ext>
              </a:extLst>
            </p:cNvPr>
            <p:cNvSpPr txBox="1"/>
            <p:nvPr/>
          </p:nvSpPr>
          <p:spPr>
            <a:xfrm>
              <a:off x="3721565" y="1354859"/>
              <a:ext cx="1899879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MS Reference Sans Serif"/>
                  <a:ea typeface="돋움체"/>
                </a:rPr>
                <a:t>RR(1, 0, [(2, 2), (4, 4), (6, 3)])</a:t>
              </a:r>
              <a:endParaRPr lang="en-US" sz="8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3AAC541-6EB2-4BE7-A436-2833121DC6A9}"/>
                </a:ext>
              </a:extLst>
            </p:cNvPr>
            <p:cNvSpPr txBox="1"/>
            <p:nvPr/>
          </p:nvSpPr>
          <p:spPr>
            <a:xfrm>
              <a:off x="5817323" y="2502363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3)</a:t>
              </a:r>
              <a:endParaRPr lang="en-US" sz="8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B7B0D21-EEEC-4288-B83E-E614E6900964}"/>
                </a:ext>
              </a:extLst>
            </p:cNvPr>
            <p:cNvSpPr txBox="1"/>
            <p:nvPr/>
          </p:nvSpPr>
          <p:spPr>
            <a:xfrm>
              <a:off x="2862954" y="1814512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2)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4EB814C-26B0-4F40-8EBB-A7D947F536A3}"/>
                </a:ext>
              </a:extLst>
            </p:cNvPr>
            <p:cNvSpPr txBox="1"/>
            <p:nvPr/>
          </p:nvSpPr>
          <p:spPr>
            <a:xfrm>
              <a:off x="5140986" y="1678335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RE(0, 0, 0)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DBB8493-F9DC-4C34-88AB-73817BCC77A7}"/>
                </a:ext>
              </a:extLst>
            </p:cNvPr>
            <p:cNvSpPr txBox="1"/>
            <p:nvPr/>
          </p:nvSpPr>
          <p:spPr>
            <a:xfrm>
              <a:off x="4423059" y="2908756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4)</a:t>
              </a:r>
              <a:endParaRPr lang="en-US" sz="8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1A94CB1F-6B8C-44E3-BF9A-30D20109B7A5}"/>
              </a:ext>
            </a:extLst>
          </p:cNvPr>
          <p:cNvSpPr txBox="1"/>
          <p:nvPr/>
        </p:nvSpPr>
        <p:spPr>
          <a:xfrm>
            <a:off x="209304" y="550184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>
                <a:solidFill>
                  <a:srgbClr val="000000"/>
                </a:solidFill>
                <a:latin typeface="MS Reference Sans Serif"/>
                <a:ea typeface="돋움체"/>
              </a:rPr>
              <a:t>Example Network</a:t>
            </a:r>
            <a:endParaRPr lang="ko-KR" altLang="en-US" sz="2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90" name="TextBox 2">
            <a:extLst>
              <a:ext uri="{FF2B5EF4-FFF2-40B4-BE49-F238E27FC236}">
                <a16:creationId xmlns:a16="http://schemas.microsoft.com/office/drawing/2014/main" id="{5247C0B3-6D23-4294-ADB6-2100F3D13AD4}"/>
              </a:ext>
            </a:extLst>
          </p:cNvPr>
          <p:cNvSpPr txBox="1"/>
          <p:nvPr/>
        </p:nvSpPr>
        <p:spPr>
          <a:xfrm>
            <a:off x="1610441" y="5238843"/>
            <a:ext cx="948135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Route Entry (RE) = {parent_id, level, rank}</a:t>
            </a:r>
          </a:p>
          <a:p>
            <a:r>
              <a:rPr lang="en-US" sz="1600"/>
              <a:t>Route Request (RR) = {id, rank, [nbr_id, nbr_rank]}</a:t>
            </a:r>
          </a:p>
          <a:p>
            <a:r>
              <a:rPr lang="en-US" sz="1600"/>
              <a:t>nbr_rank = rank + nbr_bdist</a:t>
            </a:r>
          </a:p>
          <a:p>
            <a:r>
              <a:rPr lang="en-US" sz="1600"/>
              <a:t>Coordinator init RE(0,0,0) and broardcast RR packets to their neighbor</a:t>
            </a:r>
          </a:p>
          <a:p>
            <a:r>
              <a:rPr lang="en-US" sz="1600">
                <a:sym typeface="Wingdings" panose="05000000000000000000" pitchFamily="2" charset="2"/>
              </a:rPr>
              <a:t> each neighbor if receive its rank. </a:t>
            </a:r>
            <a:r>
              <a:rPr lang="en-US" sz="1600"/>
              <a:t>Then update it to RE</a:t>
            </a:r>
          </a:p>
        </p:txBody>
      </p:sp>
    </p:spTree>
    <p:extLst>
      <p:ext uri="{BB962C8B-B14F-4D97-AF65-F5344CB8AC3E}">
        <p14:creationId xmlns:p14="http://schemas.microsoft.com/office/powerpoint/2010/main" val="3451995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31A013A-0B10-4698-B38F-314A997AE447}"/>
              </a:ext>
            </a:extLst>
          </p:cNvPr>
          <p:cNvGrpSpPr/>
          <p:nvPr/>
        </p:nvGrpSpPr>
        <p:grpSpPr>
          <a:xfrm>
            <a:off x="2797887" y="1160558"/>
            <a:ext cx="5663084" cy="3918934"/>
            <a:chOff x="1273887" y="1160558"/>
            <a:chExt cx="5663084" cy="391893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DF40DB0-0F30-4F79-AF1E-426F3B754CCF}"/>
                </a:ext>
              </a:extLst>
            </p:cNvPr>
            <p:cNvGrpSpPr/>
            <p:nvPr/>
          </p:nvGrpSpPr>
          <p:grpSpPr>
            <a:xfrm>
              <a:off x="1791687" y="1600200"/>
              <a:ext cx="5145284" cy="3479292"/>
              <a:chOff x="1791687" y="1600200"/>
              <a:chExt cx="5145284" cy="3479292"/>
            </a:xfrm>
          </p:grpSpPr>
          <p:sp>
            <p:nvSpPr>
              <p:cNvPr id="5" name="타원 4"/>
              <p:cNvSpPr/>
              <p:nvPr/>
            </p:nvSpPr>
            <p:spPr>
              <a:xfrm>
                <a:off x="4724400" y="160020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1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6" name="타원 5"/>
              <p:cNvSpPr/>
              <p:nvPr/>
            </p:nvSpPr>
            <p:spPr>
              <a:xfrm>
                <a:off x="4109222" y="302995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7" name="타원 6"/>
              <p:cNvSpPr/>
              <p:nvPr/>
            </p:nvSpPr>
            <p:spPr>
              <a:xfrm>
                <a:off x="1827777" y="304619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" name="타원 7"/>
              <p:cNvSpPr/>
              <p:nvPr/>
            </p:nvSpPr>
            <p:spPr>
              <a:xfrm>
                <a:off x="1837944" y="462229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7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9" name="타원 8"/>
              <p:cNvSpPr/>
              <p:nvPr/>
            </p:nvSpPr>
            <p:spPr>
              <a:xfrm>
                <a:off x="3019925" y="375022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5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7" name="타원 16"/>
              <p:cNvSpPr/>
              <p:nvPr/>
            </p:nvSpPr>
            <p:spPr>
              <a:xfrm>
                <a:off x="5783580" y="273405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6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8" name="타원 17"/>
              <p:cNvSpPr/>
              <p:nvPr/>
            </p:nvSpPr>
            <p:spPr>
              <a:xfrm>
                <a:off x="4786174" y="431509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9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9" name="타원 18"/>
              <p:cNvSpPr/>
              <p:nvPr/>
            </p:nvSpPr>
            <p:spPr>
              <a:xfrm>
                <a:off x="6479771" y="380390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8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28" name="타원 27"/>
              <p:cNvSpPr/>
              <p:nvPr/>
            </p:nvSpPr>
            <p:spPr>
              <a:xfrm>
                <a:off x="2944368" y="204216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32" name="직선 연결선 31"/>
              <p:cNvCxnSpPr/>
              <p:nvPr/>
            </p:nvCxnSpPr>
            <p:spPr>
              <a:xfrm flipV="1">
                <a:off x="3472941" y="1827495"/>
                <a:ext cx="1165961" cy="3032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TextBox 212"/>
              <p:cNvSpPr txBox="1"/>
              <p:nvPr/>
            </p:nvSpPr>
            <p:spPr>
              <a:xfrm>
                <a:off x="3949315" y="178615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139" name="직선 연결선 138"/>
              <p:cNvCxnSpPr/>
              <p:nvPr/>
            </p:nvCxnSpPr>
            <p:spPr>
              <a:xfrm flipV="1">
                <a:off x="3429000" y="1905000"/>
                <a:ext cx="1165961" cy="3032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V="1">
                <a:off x="2248662" y="2429344"/>
                <a:ext cx="659129" cy="57755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flipV="1">
                <a:off x="2286000" y="2470876"/>
                <a:ext cx="671030" cy="57712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V="1">
                <a:off x="1958600" y="3632385"/>
                <a:ext cx="16351" cy="90613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flipV="1">
                <a:off x="2040709" y="3667545"/>
                <a:ext cx="22135" cy="85076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 flipV="1">
                <a:off x="2342807" y="3441430"/>
                <a:ext cx="589881" cy="49312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flipH="1" flipV="1">
                <a:off x="2411012" y="3405889"/>
                <a:ext cx="535029" cy="43517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 flipV="1">
                <a:off x="3438145" y="2475959"/>
                <a:ext cx="748768" cy="48060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>
                <a:off x="3394472" y="2514644"/>
                <a:ext cx="715966" cy="461967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flipH="1">
                <a:off x="4447491" y="2152653"/>
                <a:ext cx="334974" cy="762056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flipV="1">
                <a:off x="4495800" y="2245801"/>
                <a:ext cx="331316" cy="71076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 flipV="1">
                <a:off x="5158772" y="2122379"/>
                <a:ext cx="632428" cy="62082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>
                <a:off x="5198658" y="2050689"/>
                <a:ext cx="613221" cy="59099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>
                <a:cxnSpLocks/>
              </p:cNvCxnSpPr>
              <p:nvPr/>
            </p:nvCxnSpPr>
            <p:spPr>
              <a:xfrm flipV="1">
                <a:off x="3498997" y="3415514"/>
                <a:ext cx="535029" cy="43517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flipH="1">
                <a:off x="3573610" y="3426154"/>
                <a:ext cx="541757" cy="45277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/>
              <p:cNvCxnSpPr>
                <a:cxnSpLocks/>
              </p:cNvCxnSpPr>
              <p:nvPr/>
            </p:nvCxnSpPr>
            <p:spPr>
              <a:xfrm flipH="1">
                <a:off x="4680691" y="2963008"/>
                <a:ext cx="928801" cy="20024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flipV="1">
                <a:off x="4667265" y="3024552"/>
                <a:ext cx="963916" cy="21259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직선 연결선 192"/>
              <p:cNvCxnSpPr/>
              <p:nvPr/>
            </p:nvCxnSpPr>
            <p:spPr>
              <a:xfrm flipH="1" flipV="1">
                <a:off x="6247336" y="3192267"/>
                <a:ext cx="467592" cy="52553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직선 연결선 195"/>
              <p:cNvCxnSpPr>
                <a:cxnSpLocks/>
              </p:cNvCxnSpPr>
              <p:nvPr/>
            </p:nvCxnSpPr>
            <p:spPr>
              <a:xfrm>
                <a:off x="6173114" y="3222866"/>
                <a:ext cx="467592" cy="50211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V="1">
                <a:off x="5382879" y="4166484"/>
                <a:ext cx="998239" cy="25113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직선 연결선 209"/>
              <p:cNvCxnSpPr/>
              <p:nvPr/>
            </p:nvCxnSpPr>
            <p:spPr>
              <a:xfrm flipH="1">
                <a:off x="5369291" y="4109083"/>
                <a:ext cx="1025416" cy="26247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>
                <a:off x="4562717" y="3523521"/>
                <a:ext cx="390283" cy="66747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/>
              <p:cNvCxnSpPr/>
              <p:nvPr/>
            </p:nvCxnSpPr>
            <p:spPr>
              <a:xfrm flipH="1" flipV="1">
                <a:off x="4498065" y="3576469"/>
                <a:ext cx="385945" cy="65346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직선 연결선 287"/>
              <p:cNvCxnSpPr/>
              <p:nvPr/>
            </p:nvCxnSpPr>
            <p:spPr>
              <a:xfrm>
                <a:off x="3588290" y="4118739"/>
                <a:ext cx="1069768" cy="37433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직선 연결선 288"/>
              <p:cNvCxnSpPr/>
              <p:nvPr/>
            </p:nvCxnSpPr>
            <p:spPr>
              <a:xfrm flipH="1" flipV="1">
                <a:off x="3583005" y="4184065"/>
                <a:ext cx="1055897" cy="36998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직선 연결선 326"/>
              <p:cNvCxnSpPr/>
              <p:nvPr/>
            </p:nvCxnSpPr>
            <p:spPr>
              <a:xfrm flipH="1">
                <a:off x="2317124" y="4202807"/>
                <a:ext cx="692828" cy="47996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직선 연결선 327"/>
              <p:cNvCxnSpPr/>
              <p:nvPr/>
            </p:nvCxnSpPr>
            <p:spPr>
              <a:xfrm flipV="1">
                <a:off x="2356608" y="4258959"/>
                <a:ext cx="671553" cy="468066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직선 연결선 342"/>
              <p:cNvCxnSpPr/>
              <p:nvPr/>
            </p:nvCxnSpPr>
            <p:spPr>
              <a:xfrm flipH="1">
                <a:off x="5219844" y="3191256"/>
                <a:ext cx="647556" cy="98058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직선 연결선 345"/>
              <p:cNvCxnSpPr/>
              <p:nvPr/>
            </p:nvCxnSpPr>
            <p:spPr>
              <a:xfrm flipV="1">
                <a:off x="5264887" y="3294615"/>
                <a:ext cx="631711" cy="93531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4" name="TextBox 353"/>
              <p:cNvSpPr txBox="1"/>
              <p:nvPr/>
            </p:nvSpPr>
            <p:spPr>
              <a:xfrm>
                <a:off x="4450096" y="237857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5" name="TextBox 354"/>
              <p:cNvSpPr txBox="1"/>
              <p:nvPr/>
            </p:nvSpPr>
            <p:spPr>
              <a:xfrm>
                <a:off x="3631959" y="275050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6" name="TextBox 355"/>
              <p:cNvSpPr txBox="1"/>
              <p:nvPr/>
            </p:nvSpPr>
            <p:spPr>
              <a:xfrm>
                <a:off x="3672846" y="3398644"/>
                <a:ext cx="141143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7" name="TextBox 356"/>
              <p:cNvSpPr txBox="1"/>
              <p:nvPr/>
            </p:nvSpPr>
            <p:spPr>
              <a:xfrm>
                <a:off x="5043202" y="2848976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8" name="TextBox 357"/>
              <p:cNvSpPr txBox="1"/>
              <p:nvPr/>
            </p:nvSpPr>
            <p:spPr>
              <a:xfrm>
                <a:off x="1791687" y="394224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376" name="직선 연결선 375"/>
              <p:cNvCxnSpPr/>
              <p:nvPr/>
            </p:nvCxnSpPr>
            <p:spPr>
              <a:xfrm>
                <a:off x="3129641" y="2613306"/>
                <a:ext cx="29374" cy="107468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직선 연결선 378"/>
              <p:cNvCxnSpPr/>
              <p:nvPr/>
            </p:nvCxnSpPr>
            <p:spPr>
              <a:xfrm flipH="1" flipV="1">
                <a:off x="3211008" y="2670846"/>
                <a:ext cx="22041" cy="10069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1" name="TextBox 390"/>
              <p:cNvSpPr txBox="1"/>
              <p:nvPr/>
            </p:nvSpPr>
            <p:spPr>
              <a:xfrm>
                <a:off x="2427880" y="255138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2" name="TextBox 391"/>
              <p:cNvSpPr txBox="1"/>
              <p:nvPr/>
            </p:nvSpPr>
            <p:spPr>
              <a:xfrm>
                <a:off x="2626603" y="281774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3" name="TextBox 392"/>
              <p:cNvSpPr txBox="1"/>
              <p:nvPr/>
            </p:nvSpPr>
            <p:spPr>
              <a:xfrm>
                <a:off x="5543024" y="216215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4" name="TextBox 393"/>
              <p:cNvSpPr txBox="1"/>
              <p:nvPr/>
            </p:nvSpPr>
            <p:spPr>
              <a:xfrm>
                <a:off x="5302335" y="238649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5" name="TextBox 394"/>
              <p:cNvSpPr txBox="1"/>
              <p:nvPr/>
            </p:nvSpPr>
            <p:spPr>
              <a:xfrm>
                <a:off x="5783204" y="403079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6" name="TextBox 395"/>
              <p:cNvSpPr txBox="1"/>
              <p:nvPr/>
            </p:nvSpPr>
            <p:spPr>
              <a:xfrm>
                <a:off x="4786329" y="3657888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7" name="TextBox 396"/>
              <p:cNvSpPr txBox="1"/>
              <p:nvPr/>
            </p:nvSpPr>
            <p:spPr>
              <a:xfrm>
                <a:off x="4089142" y="408094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1" name="TextBox 400"/>
              <p:cNvSpPr txBox="1"/>
              <p:nvPr/>
            </p:nvSpPr>
            <p:spPr>
              <a:xfrm>
                <a:off x="2529892" y="429345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2" name="TextBox 401"/>
              <p:cNvSpPr txBox="1"/>
              <p:nvPr/>
            </p:nvSpPr>
            <p:spPr>
              <a:xfrm>
                <a:off x="2698137" y="449513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3" name="TextBox 402"/>
              <p:cNvSpPr txBox="1"/>
              <p:nvPr/>
            </p:nvSpPr>
            <p:spPr>
              <a:xfrm>
                <a:off x="2087385" y="392441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8" name="TextBox 407"/>
              <p:cNvSpPr txBox="1"/>
              <p:nvPr/>
            </p:nvSpPr>
            <p:spPr>
              <a:xfrm>
                <a:off x="4750724" y="250404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9" name="TextBox 408"/>
              <p:cNvSpPr txBox="1"/>
              <p:nvPr/>
            </p:nvSpPr>
            <p:spPr>
              <a:xfrm>
                <a:off x="5425895" y="3505559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10" name="TextBox 409"/>
              <p:cNvSpPr txBox="1"/>
              <p:nvPr/>
            </p:nvSpPr>
            <p:spPr>
              <a:xfrm>
                <a:off x="5719539" y="361909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20" name="TextBox 419"/>
              <p:cNvSpPr txBox="1"/>
              <p:nvPr/>
            </p:nvSpPr>
            <p:spPr>
              <a:xfrm>
                <a:off x="6479207" y="3248863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21" name="TextBox 420"/>
              <p:cNvSpPr txBox="1"/>
              <p:nvPr/>
            </p:nvSpPr>
            <p:spPr>
              <a:xfrm>
                <a:off x="6276534" y="347101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0" name="TextBox 429"/>
              <p:cNvSpPr txBox="1"/>
              <p:nvPr/>
            </p:nvSpPr>
            <p:spPr>
              <a:xfrm>
                <a:off x="3991678" y="4387695"/>
                <a:ext cx="84696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1" name="TextBox 430"/>
              <p:cNvSpPr txBox="1"/>
              <p:nvPr/>
            </p:nvSpPr>
            <p:spPr>
              <a:xfrm>
                <a:off x="3865170" y="3678964"/>
                <a:ext cx="164911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3" name="TextBox 432"/>
              <p:cNvSpPr txBox="1"/>
              <p:nvPr/>
            </p:nvSpPr>
            <p:spPr>
              <a:xfrm>
                <a:off x="2651646" y="343878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4" name="TextBox 433"/>
              <p:cNvSpPr txBox="1"/>
              <p:nvPr/>
            </p:nvSpPr>
            <p:spPr>
              <a:xfrm>
                <a:off x="2510194" y="367775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5" name="TextBox 434"/>
              <p:cNvSpPr txBox="1"/>
              <p:nvPr/>
            </p:nvSpPr>
            <p:spPr>
              <a:xfrm>
                <a:off x="3281129" y="307854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6" name="TextBox 435"/>
              <p:cNvSpPr txBox="1"/>
              <p:nvPr/>
            </p:nvSpPr>
            <p:spPr>
              <a:xfrm>
                <a:off x="2944319" y="3091298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7" name="TextBox 436"/>
              <p:cNvSpPr txBox="1"/>
              <p:nvPr/>
            </p:nvSpPr>
            <p:spPr>
              <a:xfrm>
                <a:off x="3785052" y="250404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8" name="TextBox 437"/>
              <p:cNvSpPr txBox="1"/>
              <p:nvPr/>
            </p:nvSpPr>
            <p:spPr>
              <a:xfrm>
                <a:off x="5050647" y="317087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9" name="TextBox 438"/>
              <p:cNvSpPr txBox="1"/>
              <p:nvPr/>
            </p:nvSpPr>
            <p:spPr>
              <a:xfrm>
                <a:off x="4476372" y="378269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5791200" y="434340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3991786" y="207543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0474B5C-4089-4C20-AD25-288D0C7F14F2}"/>
                </a:ext>
              </a:extLst>
            </p:cNvPr>
            <p:cNvSpPr/>
            <p:nvPr/>
          </p:nvSpPr>
          <p:spPr bwMode="auto">
            <a:xfrm rot="20376990">
              <a:off x="1273887" y="1160558"/>
              <a:ext cx="4335593" cy="3135564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algn="ctr"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1600" dirty="0">
                <a:solidFill>
                  <a:srgbClr val="000000"/>
                </a:solidFill>
                <a:latin typeface="MS Reference Sans Serif"/>
                <a:ea typeface="굴림" pitchFamily="50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B150799-E835-497D-8C36-AD862E4D95F8}"/>
                </a:ext>
              </a:extLst>
            </p:cNvPr>
            <p:cNvSpPr txBox="1"/>
            <p:nvPr/>
          </p:nvSpPr>
          <p:spPr>
            <a:xfrm>
              <a:off x="2438985" y="1496157"/>
              <a:ext cx="1899879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MS Reference Sans Serif"/>
                  <a:ea typeface="돋움체"/>
                </a:rPr>
                <a:t>RR(2, 1, [(3, 6), (5, 6), (4, 4)])</a:t>
              </a:r>
              <a:endParaRPr lang="en-US" sz="8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3AAC541-6EB2-4BE7-A436-2833121DC6A9}"/>
                </a:ext>
              </a:extLst>
            </p:cNvPr>
            <p:cNvSpPr txBox="1"/>
            <p:nvPr/>
          </p:nvSpPr>
          <p:spPr>
            <a:xfrm>
              <a:off x="5817323" y="2502363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3)</a:t>
              </a:r>
              <a:endParaRPr lang="en-US" sz="8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B7B0D21-EEEC-4288-B83E-E614E6900964}"/>
                </a:ext>
              </a:extLst>
            </p:cNvPr>
            <p:cNvSpPr txBox="1"/>
            <p:nvPr/>
          </p:nvSpPr>
          <p:spPr>
            <a:xfrm>
              <a:off x="2862954" y="1814512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2)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2D42B01-3368-49D4-A73E-9EE12A017599}"/>
                </a:ext>
              </a:extLst>
            </p:cNvPr>
            <p:cNvSpPr txBox="1"/>
            <p:nvPr/>
          </p:nvSpPr>
          <p:spPr>
            <a:xfrm>
              <a:off x="5140986" y="1678335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RE(0, 0, 0)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C57AE0B-0838-4EAF-B390-3FCB440AE45F}"/>
                </a:ext>
              </a:extLst>
            </p:cNvPr>
            <p:cNvSpPr txBox="1"/>
            <p:nvPr/>
          </p:nvSpPr>
          <p:spPr>
            <a:xfrm>
              <a:off x="1336784" y="2847684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RE(2, 2, 6)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975747B-7B0D-4E26-8B59-6847F719F0EB}"/>
                </a:ext>
              </a:extLst>
            </p:cNvPr>
            <p:cNvSpPr txBox="1"/>
            <p:nvPr/>
          </p:nvSpPr>
          <p:spPr>
            <a:xfrm>
              <a:off x="2993211" y="4353878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RE(2, 2, 6)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EB3BC5C-D6E0-40BE-9A16-52AC279F79A7}"/>
                </a:ext>
              </a:extLst>
            </p:cNvPr>
            <p:cNvSpPr txBox="1"/>
            <p:nvPr/>
          </p:nvSpPr>
          <p:spPr>
            <a:xfrm>
              <a:off x="4423059" y="2908756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4)</a:t>
              </a:r>
              <a:endParaRPr lang="en-US" sz="8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88EABC66-4A2F-4865-ABBE-8FE385D55C89}"/>
              </a:ext>
            </a:extLst>
          </p:cNvPr>
          <p:cNvSpPr txBox="1"/>
          <p:nvPr/>
        </p:nvSpPr>
        <p:spPr>
          <a:xfrm>
            <a:off x="209304" y="550184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>
                <a:solidFill>
                  <a:srgbClr val="000000"/>
                </a:solidFill>
                <a:latin typeface="MS Reference Sans Serif"/>
                <a:ea typeface="돋움체"/>
              </a:rPr>
              <a:t>Example Network</a:t>
            </a:r>
            <a:endParaRPr lang="ko-KR" altLang="en-US" sz="2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88" name="TextBox 2">
            <a:extLst>
              <a:ext uri="{FF2B5EF4-FFF2-40B4-BE49-F238E27FC236}">
                <a16:creationId xmlns:a16="http://schemas.microsoft.com/office/drawing/2014/main" id="{65E04F25-D2AA-44DD-8397-831E9C54BC6B}"/>
              </a:ext>
            </a:extLst>
          </p:cNvPr>
          <p:cNvSpPr txBox="1"/>
          <p:nvPr/>
        </p:nvSpPr>
        <p:spPr>
          <a:xfrm>
            <a:off x="1610441" y="5238843"/>
            <a:ext cx="9481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Node 2 broadcast RR exclude parent information </a:t>
            </a:r>
            <a:r>
              <a:rPr lang="en-US">
                <a:sym typeface="Wingdings" panose="05000000000000000000" pitchFamily="2" charset="2"/>
              </a:rPr>
              <a:t> Node 1 reject RR packet from Node 2.</a:t>
            </a:r>
          </a:p>
          <a:p>
            <a:r>
              <a:rPr lang="en-US">
                <a:sym typeface="Wingdings" panose="05000000000000000000" pitchFamily="2" charset="2"/>
              </a:rPr>
              <a:t>Node 3, 4, 5 update its RE by RR packet from Node 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7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2FC35B4-3ADB-43C9-A2A9-F9C6645049E6}"/>
              </a:ext>
            </a:extLst>
          </p:cNvPr>
          <p:cNvGrpSpPr/>
          <p:nvPr/>
        </p:nvGrpSpPr>
        <p:grpSpPr>
          <a:xfrm>
            <a:off x="2860785" y="1124973"/>
            <a:ext cx="5600187" cy="4076553"/>
            <a:chOff x="1336784" y="1124972"/>
            <a:chExt cx="5600187" cy="407655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DF40DB0-0F30-4F79-AF1E-426F3B754CCF}"/>
                </a:ext>
              </a:extLst>
            </p:cNvPr>
            <p:cNvGrpSpPr/>
            <p:nvPr/>
          </p:nvGrpSpPr>
          <p:grpSpPr>
            <a:xfrm>
              <a:off x="1791687" y="1600200"/>
              <a:ext cx="5145284" cy="3479292"/>
              <a:chOff x="1791687" y="1600200"/>
              <a:chExt cx="5145284" cy="3479292"/>
            </a:xfrm>
          </p:grpSpPr>
          <p:sp>
            <p:nvSpPr>
              <p:cNvPr id="5" name="타원 4"/>
              <p:cNvSpPr/>
              <p:nvPr/>
            </p:nvSpPr>
            <p:spPr>
              <a:xfrm>
                <a:off x="4724400" y="160020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1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6" name="타원 5"/>
              <p:cNvSpPr/>
              <p:nvPr/>
            </p:nvSpPr>
            <p:spPr>
              <a:xfrm>
                <a:off x="4109222" y="302995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7" name="타원 6"/>
              <p:cNvSpPr/>
              <p:nvPr/>
            </p:nvSpPr>
            <p:spPr>
              <a:xfrm>
                <a:off x="1827777" y="304619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" name="타원 7"/>
              <p:cNvSpPr/>
              <p:nvPr/>
            </p:nvSpPr>
            <p:spPr>
              <a:xfrm>
                <a:off x="1837944" y="462229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7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9" name="타원 8"/>
              <p:cNvSpPr/>
              <p:nvPr/>
            </p:nvSpPr>
            <p:spPr>
              <a:xfrm>
                <a:off x="3019925" y="375022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5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7" name="타원 16"/>
              <p:cNvSpPr/>
              <p:nvPr/>
            </p:nvSpPr>
            <p:spPr>
              <a:xfrm>
                <a:off x="5783580" y="273405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6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8" name="타원 17"/>
              <p:cNvSpPr/>
              <p:nvPr/>
            </p:nvSpPr>
            <p:spPr>
              <a:xfrm>
                <a:off x="4786174" y="431509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9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9" name="타원 18"/>
              <p:cNvSpPr/>
              <p:nvPr/>
            </p:nvSpPr>
            <p:spPr>
              <a:xfrm>
                <a:off x="6479771" y="380390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8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28" name="타원 27"/>
              <p:cNvSpPr/>
              <p:nvPr/>
            </p:nvSpPr>
            <p:spPr>
              <a:xfrm>
                <a:off x="2944368" y="204216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32" name="직선 연결선 31"/>
              <p:cNvCxnSpPr/>
              <p:nvPr/>
            </p:nvCxnSpPr>
            <p:spPr>
              <a:xfrm flipV="1">
                <a:off x="3472941" y="1827495"/>
                <a:ext cx="1165961" cy="3032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TextBox 212"/>
              <p:cNvSpPr txBox="1"/>
              <p:nvPr/>
            </p:nvSpPr>
            <p:spPr>
              <a:xfrm>
                <a:off x="3949315" y="178615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139" name="직선 연결선 138"/>
              <p:cNvCxnSpPr/>
              <p:nvPr/>
            </p:nvCxnSpPr>
            <p:spPr>
              <a:xfrm flipV="1">
                <a:off x="3429000" y="1905000"/>
                <a:ext cx="1165961" cy="3032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V="1">
                <a:off x="2248662" y="2429344"/>
                <a:ext cx="659129" cy="57755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flipV="1">
                <a:off x="2286000" y="2470876"/>
                <a:ext cx="671030" cy="57712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V="1">
                <a:off x="1958600" y="3632385"/>
                <a:ext cx="16351" cy="90613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flipV="1">
                <a:off x="2040709" y="3667545"/>
                <a:ext cx="22135" cy="85076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 flipV="1">
                <a:off x="2342807" y="3441430"/>
                <a:ext cx="589881" cy="49312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flipH="1" flipV="1">
                <a:off x="2411012" y="3405889"/>
                <a:ext cx="535029" cy="43517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 flipV="1">
                <a:off x="3438145" y="2475959"/>
                <a:ext cx="748768" cy="48060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>
                <a:off x="3394472" y="2514644"/>
                <a:ext cx="715966" cy="461967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flipH="1">
                <a:off x="4447491" y="2152653"/>
                <a:ext cx="334974" cy="762056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flipV="1">
                <a:off x="4495800" y="2245801"/>
                <a:ext cx="331316" cy="71076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 flipV="1">
                <a:off x="5158772" y="2122379"/>
                <a:ext cx="632428" cy="62082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>
                <a:off x="5198658" y="2050689"/>
                <a:ext cx="613221" cy="59099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>
                <a:cxnSpLocks/>
              </p:cNvCxnSpPr>
              <p:nvPr/>
            </p:nvCxnSpPr>
            <p:spPr>
              <a:xfrm flipV="1">
                <a:off x="3498997" y="3415514"/>
                <a:ext cx="535029" cy="43517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flipH="1">
                <a:off x="3573610" y="3426154"/>
                <a:ext cx="541757" cy="45277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/>
              <p:cNvCxnSpPr>
                <a:cxnSpLocks/>
              </p:cNvCxnSpPr>
              <p:nvPr/>
            </p:nvCxnSpPr>
            <p:spPr>
              <a:xfrm flipH="1">
                <a:off x="4680691" y="2963008"/>
                <a:ext cx="928801" cy="20024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flipV="1">
                <a:off x="4667265" y="3024552"/>
                <a:ext cx="963916" cy="21259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직선 연결선 192"/>
              <p:cNvCxnSpPr/>
              <p:nvPr/>
            </p:nvCxnSpPr>
            <p:spPr>
              <a:xfrm flipH="1" flipV="1">
                <a:off x="6247336" y="3192267"/>
                <a:ext cx="467592" cy="52553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직선 연결선 195"/>
              <p:cNvCxnSpPr>
                <a:cxnSpLocks/>
              </p:cNvCxnSpPr>
              <p:nvPr/>
            </p:nvCxnSpPr>
            <p:spPr>
              <a:xfrm>
                <a:off x="6173114" y="3222866"/>
                <a:ext cx="467592" cy="50211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V="1">
                <a:off x="5382879" y="4166484"/>
                <a:ext cx="998239" cy="25113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직선 연결선 209"/>
              <p:cNvCxnSpPr/>
              <p:nvPr/>
            </p:nvCxnSpPr>
            <p:spPr>
              <a:xfrm flipH="1">
                <a:off x="5369291" y="4109083"/>
                <a:ext cx="1025416" cy="26247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>
                <a:off x="4562717" y="3523521"/>
                <a:ext cx="390283" cy="66747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/>
              <p:cNvCxnSpPr/>
              <p:nvPr/>
            </p:nvCxnSpPr>
            <p:spPr>
              <a:xfrm flipH="1" flipV="1">
                <a:off x="4498065" y="3576469"/>
                <a:ext cx="385945" cy="65346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직선 연결선 287"/>
              <p:cNvCxnSpPr/>
              <p:nvPr/>
            </p:nvCxnSpPr>
            <p:spPr>
              <a:xfrm>
                <a:off x="3588290" y="4118739"/>
                <a:ext cx="1069768" cy="37433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직선 연결선 288"/>
              <p:cNvCxnSpPr/>
              <p:nvPr/>
            </p:nvCxnSpPr>
            <p:spPr>
              <a:xfrm flipH="1" flipV="1">
                <a:off x="3583005" y="4184065"/>
                <a:ext cx="1055897" cy="36998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직선 연결선 326"/>
              <p:cNvCxnSpPr/>
              <p:nvPr/>
            </p:nvCxnSpPr>
            <p:spPr>
              <a:xfrm flipH="1">
                <a:off x="2317124" y="4202807"/>
                <a:ext cx="692828" cy="47996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직선 연결선 327"/>
              <p:cNvCxnSpPr/>
              <p:nvPr/>
            </p:nvCxnSpPr>
            <p:spPr>
              <a:xfrm flipV="1">
                <a:off x="2356608" y="4258959"/>
                <a:ext cx="671553" cy="468066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직선 연결선 342"/>
              <p:cNvCxnSpPr/>
              <p:nvPr/>
            </p:nvCxnSpPr>
            <p:spPr>
              <a:xfrm flipH="1">
                <a:off x="5219844" y="3191256"/>
                <a:ext cx="647556" cy="98058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직선 연결선 345"/>
              <p:cNvCxnSpPr/>
              <p:nvPr/>
            </p:nvCxnSpPr>
            <p:spPr>
              <a:xfrm flipV="1">
                <a:off x="5264887" y="3294615"/>
                <a:ext cx="631711" cy="93531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4" name="TextBox 353"/>
              <p:cNvSpPr txBox="1"/>
              <p:nvPr/>
            </p:nvSpPr>
            <p:spPr>
              <a:xfrm>
                <a:off x="4450096" y="237857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5" name="TextBox 354"/>
              <p:cNvSpPr txBox="1"/>
              <p:nvPr/>
            </p:nvSpPr>
            <p:spPr>
              <a:xfrm>
                <a:off x="3631959" y="275050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6" name="TextBox 355"/>
              <p:cNvSpPr txBox="1"/>
              <p:nvPr/>
            </p:nvSpPr>
            <p:spPr>
              <a:xfrm>
                <a:off x="3672846" y="3398644"/>
                <a:ext cx="141143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7" name="TextBox 356"/>
              <p:cNvSpPr txBox="1"/>
              <p:nvPr/>
            </p:nvSpPr>
            <p:spPr>
              <a:xfrm>
                <a:off x="5043202" y="2848976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8" name="TextBox 357"/>
              <p:cNvSpPr txBox="1"/>
              <p:nvPr/>
            </p:nvSpPr>
            <p:spPr>
              <a:xfrm>
                <a:off x="1791687" y="394224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376" name="직선 연결선 375"/>
              <p:cNvCxnSpPr/>
              <p:nvPr/>
            </p:nvCxnSpPr>
            <p:spPr>
              <a:xfrm>
                <a:off x="3129641" y="2613306"/>
                <a:ext cx="29374" cy="107468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직선 연결선 378"/>
              <p:cNvCxnSpPr/>
              <p:nvPr/>
            </p:nvCxnSpPr>
            <p:spPr>
              <a:xfrm flipH="1" flipV="1">
                <a:off x="3211008" y="2670846"/>
                <a:ext cx="22041" cy="10069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1" name="TextBox 390"/>
              <p:cNvSpPr txBox="1"/>
              <p:nvPr/>
            </p:nvSpPr>
            <p:spPr>
              <a:xfrm>
                <a:off x="2427880" y="255138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2" name="TextBox 391"/>
              <p:cNvSpPr txBox="1"/>
              <p:nvPr/>
            </p:nvSpPr>
            <p:spPr>
              <a:xfrm>
                <a:off x="2626603" y="281774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3" name="TextBox 392"/>
              <p:cNvSpPr txBox="1"/>
              <p:nvPr/>
            </p:nvSpPr>
            <p:spPr>
              <a:xfrm>
                <a:off x="5543024" y="216215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4" name="TextBox 393"/>
              <p:cNvSpPr txBox="1"/>
              <p:nvPr/>
            </p:nvSpPr>
            <p:spPr>
              <a:xfrm>
                <a:off x="5302335" y="238649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5" name="TextBox 394"/>
              <p:cNvSpPr txBox="1"/>
              <p:nvPr/>
            </p:nvSpPr>
            <p:spPr>
              <a:xfrm>
                <a:off x="5783204" y="403079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6" name="TextBox 395"/>
              <p:cNvSpPr txBox="1"/>
              <p:nvPr/>
            </p:nvSpPr>
            <p:spPr>
              <a:xfrm>
                <a:off x="4786329" y="3657888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7" name="TextBox 396"/>
              <p:cNvSpPr txBox="1"/>
              <p:nvPr/>
            </p:nvSpPr>
            <p:spPr>
              <a:xfrm>
                <a:off x="4089142" y="408094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1" name="TextBox 400"/>
              <p:cNvSpPr txBox="1"/>
              <p:nvPr/>
            </p:nvSpPr>
            <p:spPr>
              <a:xfrm>
                <a:off x="2529892" y="429345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2" name="TextBox 401"/>
              <p:cNvSpPr txBox="1"/>
              <p:nvPr/>
            </p:nvSpPr>
            <p:spPr>
              <a:xfrm>
                <a:off x="2698137" y="449513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3" name="TextBox 402"/>
              <p:cNvSpPr txBox="1"/>
              <p:nvPr/>
            </p:nvSpPr>
            <p:spPr>
              <a:xfrm>
                <a:off x="2087385" y="392441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8" name="TextBox 407"/>
              <p:cNvSpPr txBox="1"/>
              <p:nvPr/>
            </p:nvSpPr>
            <p:spPr>
              <a:xfrm>
                <a:off x="4750724" y="250404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9" name="TextBox 408"/>
              <p:cNvSpPr txBox="1"/>
              <p:nvPr/>
            </p:nvSpPr>
            <p:spPr>
              <a:xfrm>
                <a:off x="5425895" y="3505559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10" name="TextBox 409"/>
              <p:cNvSpPr txBox="1"/>
              <p:nvPr/>
            </p:nvSpPr>
            <p:spPr>
              <a:xfrm>
                <a:off x="5719539" y="361909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20" name="TextBox 419"/>
              <p:cNvSpPr txBox="1"/>
              <p:nvPr/>
            </p:nvSpPr>
            <p:spPr>
              <a:xfrm>
                <a:off x="6479207" y="3248863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21" name="TextBox 420"/>
              <p:cNvSpPr txBox="1"/>
              <p:nvPr/>
            </p:nvSpPr>
            <p:spPr>
              <a:xfrm>
                <a:off x="6276534" y="347101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0" name="TextBox 429"/>
              <p:cNvSpPr txBox="1"/>
              <p:nvPr/>
            </p:nvSpPr>
            <p:spPr>
              <a:xfrm>
                <a:off x="3991678" y="4387695"/>
                <a:ext cx="84696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1" name="TextBox 430"/>
              <p:cNvSpPr txBox="1"/>
              <p:nvPr/>
            </p:nvSpPr>
            <p:spPr>
              <a:xfrm>
                <a:off x="3865170" y="3678964"/>
                <a:ext cx="164911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3" name="TextBox 432"/>
              <p:cNvSpPr txBox="1"/>
              <p:nvPr/>
            </p:nvSpPr>
            <p:spPr>
              <a:xfrm>
                <a:off x="2651646" y="343878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4" name="TextBox 433"/>
              <p:cNvSpPr txBox="1"/>
              <p:nvPr/>
            </p:nvSpPr>
            <p:spPr>
              <a:xfrm>
                <a:off x="2510194" y="367775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5" name="TextBox 434"/>
              <p:cNvSpPr txBox="1"/>
              <p:nvPr/>
            </p:nvSpPr>
            <p:spPr>
              <a:xfrm>
                <a:off x="3281129" y="307854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6" name="TextBox 435"/>
              <p:cNvSpPr txBox="1"/>
              <p:nvPr/>
            </p:nvSpPr>
            <p:spPr>
              <a:xfrm>
                <a:off x="2944319" y="3091298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7" name="TextBox 436"/>
              <p:cNvSpPr txBox="1"/>
              <p:nvPr/>
            </p:nvSpPr>
            <p:spPr>
              <a:xfrm>
                <a:off x="3785052" y="250404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8" name="TextBox 437"/>
              <p:cNvSpPr txBox="1"/>
              <p:nvPr/>
            </p:nvSpPr>
            <p:spPr>
              <a:xfrm>
                <a:off x="5050647" y="317087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9" name="TextBox 438"/>
              <p:cNvSpPr txBox="1"/>
              <p:nvPr/>
            </p:nvSpPr>
            <p:spPr>
              <a:xfrm>
                <a:off x="4476372" y="378269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5791200" y="434340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3991786" y="207543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0474B5C-4089-4C20-AD25-288D0C7F14F2}"/>
                </a:ext>
              </a:extLst>
            </p:cNvPr>
            <p:cNvSpPr/>
            <p:nvPr/>
          </p:nvSpPr>
          <p:spPr bwMode="auto">
            <a:xfrm rot="20376990">
              <a:off x="2328004" y="1124972"/>
              <a:ext cx="4335593" cy="4076553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algn="ctr"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1600" dirty="0">
                <a:solidFill>
                  <a:srgbClr val="000000"/>
                </a:solidFill>
                <a:latin typeface="MS Reference Sans Serif"/>
                <a:ea typeface="굴림" pitchFamily="50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B150799-E835-497D-8C36-AD862E4D95F8}"/>
                </a:ext>
              </a:extLst>
            </p:cNvPr>
            <p:cNvSpPr txBox="1"/>
            <p:nvPr/>
          </p:nvSpPr>
          <p:spPr>
            <a:xfrm>
              <a:off x="3429000" y="1384756"/>
              <a:ext cx="2207656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MS Reference Sans Serif"/>
                  <a:ea typeface="돋움체"/>
                </a:rPr>
                <a:t>RR(4, 1, [(2, 7), (5, 7), (6, 7), (9, 7)])</a:t>
              </a:r>
              <a:endParaRPr lang="en-US" sz="8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3AAC541-6EB2-4BE7-A436-2833121DC6A9}"/>
                </a:ext>
              </a:extLst>
            </p:cNvPr>
            <p:cNvSpPr txBox="1"/>
            <p:nvPr/>
          </p:nvSpPr>
          <p:spPr>
            <a:xfrm>
              <a:off x="5817323" y="2502363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3)</a:t>
              </a:r>
              <a:endParaRPr lang="en-US" sz="8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B7B0D21-EEEC-4288-B83E-E614E6900964}"/>
                </a:ext>
              </a:extLst>
            </p:cNvPr>
            <p:cNvSpPr txBox="1"/>
            <p:nvPr/>
          </p:nvSpPr>
          <p:spPr>
            <a:xfrm>
              <a:off x="2862954" y="1814512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2)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2D42B01-3368-49D4-A73E-9EE12A017599}"/>
                </a:ext>
              </a:extLst>
            </p:cNvPr>
            <p:cNvSpPr txBox="1"/>
            <p:nvPr/>
          </p:nvSpPr>
          <p:spPr>
            <a:xfrm>
              <a:off x="5140986" y="1678335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RE(0, 0, 0)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C57AE0B-0838-4EAF-B390-3FCB440AE45F}"/>
                </a:ext>
              </a:extLst>
            </p:cNvPr>
            <p:cNvSpPr txBox="1"/>
            <p:nvPr/>
          </p:nvSpPr>
          <p:spPr>
            <a:xfrm>
              <a:off x="1336784" y="2847684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RE(2, 2, 6)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975747B-7B0D-4E26-8B59-6847F719F0EB}"/>
                </a:ext>
              </a:extLst>
            </p:cNvPr>
            <p:cNvSpPr txBox="1"/>
            <p:nvPr/>
          </p:nvSpPr>
          <p:spPr>
            <a:xfrm>
              <a:off x="2993211" y="4353878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RE(2, 2, 6)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67892CE-4F90-495E-99AF-0C069077AD2C}"/>
                </a:ext>
              </a:extLst>
            </p:cNvPr>
            <p:cNvSpPr txBox="1"/>
            <p:nvPr/>
          </p:nvSpPr>
          <p:spPr>
            <a:xfrm>
              <a:off x="5181600" y="4532563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RE(4, 2, 7)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01A7D0C-475B-4133-BBCC-17D7CF896598}"/>
                </a:ext>
              </a:extLst>
            </p:cNvPr>
            <p:cNvSpPr txBox="1"/>
            <p:nvPr/>
          </p:nvSpPr>
          <p:spPr>
            <a:xfrm>
              <a:off x="4423059" y="2908756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4)</a:t>
              </a:r>
              <a:endParaRPr lang="en-US" sz="8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3CBB6E11-4B90-4934-B6C5-18F2F3881E71}"/>
              </a:ext>
            </a:extLst>
          </p:cNvPr>
          <p:cNvSpPr txBox="1"/>
          <p:nvPr/>
        </p:nvSpPr>
        <p:spPr>
          <a:xfrm>
            <a:off x="209304" y="550184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>
                <a:solidFill>
                  <a:srgbClr val="000000"/>
                </a:solidFill>
                <a:latin typeface="MS Reference Sans Serif"/>
                <a:ea typeface="돋움체"/>
              </a:rPr>
              <a:t>Example Network</a:t>
            </a:r>
            <a:endParaRPr lang="ko-KR" altLang="en-US" sz="2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94" name="TextBox 2">
            <a:extLst>
              <a:ext uri="{FF2B5EF4-FFF2-40B4-BE49-F238E27FC236}">
                <a16:creationId xmlns:a16="http://schemas.microsoft.com/office/drawing/2014/main" id="{1C85826C-DCC8-4CBD-B896-F9E47E434044}"/>
              </a:ext>
            </a:extLst>
          </p:cNvPr>
          <p:cNvSpPr txBox="1"/>
          <p:nvPr/>
        </p:nvSpPr>
        <p:spPr>
          <a:xfrm>
            <a:off x="1610441" y="5238843"/>
            <a:ext cx="9481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Node 4 broadcast RR exclude parent information </a:t>
            </a:r>
            <a:r>
              <a:rPr lang="en-US">
                <a:sym typeface="Wingdings" panose="05000000000000000000" pitchFamily="2" charset="2"/>
              </a:rPr>
              <a:t> Node 1 reject RR packet from Node 4.</a:t>
            </a:r>
          </a:p>
          <a:p>
            <a:r>
              <a:rPr lang="en-US">
                <a:sym typeface="Wingdings" panose="05000000000000000000" pitchFamily="2" charset="2"/>
              </a:rPr>
              <a:t>Node 2, 5, 6, 9 update its RE by compare current rank in its RE with the rank in RR packet from Node 4. Then switch parent if it has lower rank</a:t>
            </a:r>
          </a:p>
        </p:txBody>
      </p:sp>
    </p:spTree>
    <p:extLst>
      <p:ext uri="{BB962C8B-B14F-4D97-AF65-F5344CB8AC3E}">
        <p14:creationId xmlns:p14="http://schemas.microsoft.com/office/powerpoint/2010/main" val="2694307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D9D2914-90CF-47A5-9363-4C544523F6C0}"/>
              </a:ext>
            </a:extLst>
          </p:cNvPr>
          <p:cNvGrpSpPr/>
          <p:nvPr/>
        </p:nvGrpSpPr>
        <p:grpSpPr>
          <a:xfrm>
            <a:off x="2860785" y="808292"/>
            <a:ext cx="6162545" cy="4436048"/>
            <a:chOff x="1336784" y="808292"/>
            <a:chExt cx="6162545" cy="443604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DF40DB0-0F30-4F79-AF1E-426F3B754CCF}"/>
                </a:ext>
              </a:extLst>
            </p:cNvPr>
            <p:cNvGrpSpPr/>
            <p:nvPr/>
          </p:nvGrpSpPr>
          <p:grpSpPr>
            <a:xfrm>
              <a:off x="1791687" y="1600200"/>
              <a:ext cx="5145284" cy="3479292"/>
              <a:chOff x="1791687" y="1600200"/>
              <a:chExt cx="5145284" cy="3479292"/>
            </a:xfrm>
          </p:grpSpPr>
          <p:sp>
            <p:nvSpPr>
              <p:cNvPr id="5" name="타원 4"/>
              <p:cNvSpPr/>
              <p:nvPr/>
            </p:nvSpPr>
            <p:spPr>
              <a:xfrm>
                <a:off x="4724400" y="160020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1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6" name="타원 5"/>
              <p:cNvSpPr/>
              <p:nvPr/>
            </p:nvSpPr>
            <p:spPr>
              <a:xfrm>
                <a:off x="4109222" y="302995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7" name="타원 6"/>
              <p:cNvSpPr/>
              <p:nvPr/>
            </p:nvSpPr>
            <p:spPr>
              <a:xfrm>
                <a:off x="1827777" y="304619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" name="타원 7"/>
              <p:cNvSpPr/>
              <p:nvPr/>
            </p:nvSpPr>
            <p:spPr>
              <a:xfrm>
                <a:off x="1837944" y="462229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7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9" name="타원 8"/>
              <p:cNvSpPr/>
              <p:nvPr/>
            </p:nvSpPr>
            <p:spPr>
              <a:xfrm>
                <a:off x="3019925" y="375022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5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7" name="타원 16"/>
              <p:cNvSpPr/>
              <p:nvPr/>
            </p:nvSpPr>
            <p:spPr>
              <a:xfrm>
                <a:off x="5783580" y="273405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6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8" name="타원 17"/>
              <p:cNvSpPr/>
              <p:nvPr/>
            </p:nvSpPr>
            <p:spPr>
              <a:xfrm>
                <a:off x="4786174" y="431509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9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9" name="타원 18"/>
              <p:cNvSpPr/>
              <p:nvPr/>
            </p:nvSpPr>
            <p:spPr>
              <a:xfrm>
                <a:off x="6479771" y="380390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8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28" name="타원 27"/>
              <p:cNvSpPr/>
              <p:nvPr/>
            </p:nvSpPr>
            <p:spPr>
              <a:xfrm>
                <a:off x="2944368" y="204216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32" name="직선 연결선 31"/>
              <p:cNvCxnSpPr/>
              <p:nvPr/>
            </p:nvCxnSpPr>
            <p:spPr>
              <a:xfrm flipV="1">
                <a:off x="3472941" y="1827495"/>
                <a:ext cx="1165961" cy="3032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TextBox 212"/>
              <p:cNvSpPr txBox="1"/>
              <p:nvPr/>
            </p:nvSpPr>
            <p:spPr>
              <a:xfrm>
                <a:off x="3949315" y="178615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139" name="직선 연결선 138"/>
              <p:cNvCxnSpPr/>
              <p:nvPr/>
            </p:nvCxnSpPr>
            <p:spPr>
              <a:xfrm flipV="1">
                <a:off x="3429000" y="1905000"/>
                <a:ext cx="1165961" cy="3032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V="1">
                <a:off x="2248662" y="2429344"/>
                <a:ext cx="659129" cy="57755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flipV="1">
                <a:off x="2286000" y="2470876"/>
                <a:ext cx="671030" cy="57712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V="1">
                <a:off x="1958600" y="3632385"/>
                <a:ext cx="16351" cy="90613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flipV="1">
                <a:off x="2040709" y="3667545"/>
                <a:ext cx="22135" cy="85076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 flipV="1">
                <a:off x="2342807" y="3441430"/>
                <a:ext cx="589881" cy="49312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flipH="1" flipV="1">
                <a:off x="2411012" y="3405889"/>
                <a:ext cx="535029" cy="43517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 flipV="1">
                <a:off x="3438145" y="2475959"/>
                <a:ext cx="748768" cy="48060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>
                <a:off x="3394472" y="2514644"/>
                <a:ext cx="715966" cy="461967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flipH="1">
                <a:off x="4447491" y="2152653"/>
                <a:ext cx="334974" cy="762056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flipV="1">
                <a:off x="4495800" y="2245801"/>
                <a:ext cx="331316" cy="71076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 flipV="1">
                <a:off x="5158772" y="2122379"/>
                <a:ext cx="632428" cy="62082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>
                <a:off x="5198658" y="2050689"/>
                <a:ext cx="613221" cy="59099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>
                <a:cxnSpLocks/>
              </p:cNvCxnSpPr>
              <p:nvPr/>
            </p:nvCxnSpPr>
            <p:spPr>
              <a:xfrm flipV="1">
                <a:off x="3498997" y="3415514"/>
                <a:ext cx="535029" cy="43517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flipH="1">
                <a:off x="3573610" y="3426154"/>
                <a:ext cx="541757" cy="45277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/>
              <p:cNvCxnSpPr>
                <a:cxnSpLocks/>
              </p:cNvCxnSpPr>
              <p:nvPr/>
            </p:nvCxnSpPr>
            <p:spPr>
              <a:xfrm flipH="1">
                <a:off x="4680691" y="2963008"/>
                <a:ext cx="928801" cy="20024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flipV="1">
                <a:off x="4667265" y="3024552"/>
                <a:ext cx="963916" cy="21259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직선 연결선 192"/>
              <p:cNvCxnSpPr/>
              <p:nvPr/>
            </p:nvCxnSpPr>
            <p:spPr>
              <a:xfrm flipH="1" flipV="1">
                <a:off x="6247336" y="3192267"/>
                <a:ext cx="467592" cy="52553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직선 연결선 195"/>
              <p:cNvCxnSpPr>
                <a:cxnSpLocks/>
              </p:cNvCxnSpPr>
              <p:nvPr/>
            </p:nvCxnSpPr>
            <p:spPr>
              <a:xfrm>
                <a:off x="6173114" y="3222866"/>
                <a:ext cx="467592" cy="50211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V="1">
                <a:off x="5382879" y="4166484"/>
                <a:ext cx="998239" cy="25113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직선 연결선 209"/>
              <p:cNvCxnSpPr/>
              <p:nvPr/>
            </p:nvCxnSpPr>
            <p:spPr>
              <a:xfrm flipH="1">
                <a:off x="5369291" y="4109083"/>
                <a:ext cx="1025416" cy="26247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>
                <a:off x="4562717" y="3523521"/>
                <a:ext cx="390283" cy="66747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/>
              <p:cNvCxnSpPr/>
              <p:nvPr/>
            </p:nvCxnSpPr>
            <p:spPr>
              <a:xfrm flipH="1" flipV="1">
                <a:off x="4498065" y="3576469"/>
                <a:ext cx="385945" cy="65346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직선 연결선 287"/>
              <p:cNvCxnSpPr/>
              <p:nvPr/>
            </p:nvCxnSpPr>
            <p:spPr>
              <a:xfrm>
                <a:off x="3588290" y="4118739"/>
                <a:ext cx="1069768" cy="37433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직선 연결선 288"/>
              <p:cNvCxnSpPr/>
              <p:nvPr/>
            </p:nvCxnSpPr>
            <p:spPr>
              <a:xfrm flipH="1" flipV="1">
                <a:off x="3583005" y="4184065"/>
                <a:ext cx="1055897" cy="36998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직선 연결선 326"/>
              <p:cNvCxnSpPr/>
              <p:nvPr/>
            </p:nvCxnSpPr>
            <p:spPr>
              <a:xfrm flipH="1">
                <a:off x="2317124" y="4202807"/>
                <a:ext cx="692828" cy="47996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직선 연결선 327"/>
              <p:cNvCxnSpPr/>
              <p:nvPr/>
            </p:nvCxnSpPr>
            <p:spPr>
              <a:xfrm flipV="1">
                <a:off x="2356608" y="4258959"/>
                <a:ext cx="671553" cy="468066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직선 연결선 342"/>
              <p:cNvCxnSpPr/>
              <p:nvPr/>
            </p:nvCxnSpPr>
            <p:spPr>
              <a:xfrm flipH="1">
                <a:off x="5219844" y="3191256"/>
                <a:ext cx="647556" cy="98058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직선 연결선 345"/>
              <p:cNvCxnSpPr/>
              <p:nvPr/>
            </p:nvCxnSpPr>
            <p:spPr>
              <a:xfrm flipV="1">
                <a:off x="5264887" y="3294615"/>
                <a:ext cx="631711" cy="93531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4" name="TextBox 353"/>
              <p:cNvSpPr txBox="1"/>
              <p:nvPr/>
            </p:nvSpPr>
            <p:spPr>
              <a:xfrm>
                <a:off x="4450096" y="237857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5" name="TextBox 354"/>
              <p:cNvSpPr txBox="1"/>
              <p:nvPr/>
            </p:nvSpPr>
            <p:spPr>
              <a:xfrm>
                <a:off x="3631959" y="275050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6" name="TextBox 355"/>
              <p:cNvSpPr txBox="1"/>
              <p:nvPr/>
            </p:nvSpPr>
            <p:spPr>
              <a:xfrm>
                <a:off x="3672846" y="3398644"/>
                <a:ext cx="141143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7" name="TextBox 356"/>
              <p:cNvSpPr txBox="1"/>
              <p:nvPr/>
            </p:nvSpPr>
            <p:spPr>
              <a:xfrm>
                <a:off x="5043202" y="2848976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8" name="TextBox 357"/>
              <p:cNvSpPr txBox="1"/>
              <p:nvPr/>
            </p:nvSpPr>
            <p:spPr>
              <a:xfrm>
                <a:off x="1791687" y="394224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376" name="직선 연결선 375"/>
              <p:cNvCxnSpPr/>
              <p:nvPr/>
            </p:nvCxnSpPr>
            <p:spPr>
              <a:xfrm>
                <a:off x="3129641" y="2613306"/>
                <a:ext cx="29374" cy="107468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직선 연결선 378"/>
              <p:cNvCxnSpPr/>
              <p:nvPr/>
            </p:nvCxnSpPr>
            <p:spPr>
              <a:xfrm flipH="1" flipV="1">
                <a:off x="3211008" y="2670846"/>
                <a:ext cx="22041" cy="10069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1" name="TextBox 390"/>
              <p:cNvSpPr txBox="1"/>
              <p:nvPr/>
            </p:nvSpPr>
            <p:spPr>
              <a:xfrm>
                <a:off x="2427880" y="255138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2" name="TextBox 391"/>
              <p:cNvSpPr txBox="1"/>
              <p:nvPr/>
            </p:nvSpPr>
            <p:spPr>
              <a:xfrm>
                <a:off x="2626603" y="281774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3" name="TextBox 392"/>
              <p:cNvSpPr txBox="1"/>
              <p:nvPr/>
            </p:nvSpPr>
            <p:spPr>
              <a:xfrm>
                <a:off x="5543024" y="216215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4" name="TextBox 393"/>
              <p:cNvSpPr txBox="1"/>
              <p:nvPr/>
            </p:nvSpPr>
            <p:spPr>
              <a:xfrm>
                <a:off x="5302335" y="238649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5" name="TextBox 394"/>
              <p:cNvSpPr txBox="1"/>
              <p:nvPr/>
            </p:nvSpPr>
            <p:spPr>
              <a:xfrm>
                <a:off x="5783204" y="403079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6" name="TextBox 395"/>
              <p:cNvSpPr txBox="1"/>
              <p:nvPr/>
            </p:nvSpPr>
            <p:spPr>
              <a:xfrm>
                <a:off x="4786329" y="3657888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7" name="TextBox 396"/>
              <p:cNvSpPr txBox="1"/>
              <p:nvPr/>
            </p:nvSpPr>
            <p:spPr>
              <a:xfrm>
                <a:off x="4089142" y="408094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1" name="TextBox 400"/>
              <p:cNvSpPr txBox="1"/>
              <p:nvPr/>
            </p:nvSpPr>
            <p:spPr>
              <a:xfrm>
                <a:off x="2529892" y="429345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2" name="TextBox 401"/>
              <p:cNvSpPr txBox="1"/>
              <p:nvPr/>
            </p:nvSpPr>
            <p:spPr>
              <a:xfrm>
                <a:off x="2698137" y="449513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3" name="TextBox 402"/>
              <p:cNvSpPr txBox="1"/>
              <p:nvPr/>
            </p:nvSpPr>
            <p:spPr>
              <a:xfrm>
                <a:off x="2087385" y="392441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8" name="TextBox 407"/>
              <p:cNvSpPr txBox="1"/>
              <p:nvPr/>
            </p:nvSpPr>
            <p:spPr>
              <a:xfrm>
                <a:off x="4750724" y="250404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9" name="TextBox 408"/>
              <p:cNvSpPr txBox="1"/>
              <p:nvPr/>
            </p:nvSpPr>
            <p:spPr>
              <a:xfrm>
                <a:off x="5425895" y="3505559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10" name="TextBox 409"/>
              <p:cNvSpPr txBox="1"/>
              <p:nvPr/>
            </p:nvSpPr>
            <p:spPr>
              <a:xfrm>
                <a:off x="5719539" y="361909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20" name="TextBox 419"/>
              <p:cNvSpPr txBox="1"/>
              <p:nvPr/>
            </p:nvSpPr>
            <p:spPr>
              <a:xfrm>
                <a:off x="6479207" y="3248863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21" name="TextBox 420"/>
              <p:cNvSpPr txBox="1"/>
              <p:nvPr/>
            </p:nvSpPr>
            <p:spPr>
              <a:xfrm>
                <a:off x="6276534" y="347101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0" name="TextBox 429"/>
              <p:cNvSpPr txBox="1"/>
              <p:nvPr/>
            </p:nvSpPr>
            <p:spPr>
              <a:xfrm>
                <a:off x="3991678" y="4387695"/>
                <a:ext cx="84696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1" name="TextBox 430"/>
              <p:cNvSpPr txBox="1"/>
              <p:nvPr/>
            </p:nvSpPr>
            <p:spPr>
              <a:xfrm>
                <a:off x="3865170" y="3678964"/>
                <a:ext cx="164911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3" name="TextBox 432"/>
              <p:cNvSpPr txBox="1"/>
              <p:nvPr/>
            </p:nvSpPr>
            <p:spPr>
              <a:xfrm>
                <a:off x="2651646" y="343878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4" name="TextBox 433"/>
              <p:cNvSpPr txBox="1"/>
              <p:nvPr/>
            </p:nvSpPr>
            <p:spPr>
              <a:xfrm>
                <a:off x="2510194" y="367775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5" name="TextBox 434"/>
              <p:cNvSpPr txBox="1"/>
              <p:nvPr/>
            </p:nvSpPr>
            <p:spPr>
              <a:xfrm>
                <a:off x="3281129" y="307854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6" name="TextBox 435"/>
              <p:cNvSpPr txBox="1"/>
              <p:nvPr/>
            </p:nvSpPr>
            <p:spPr>
              <a:xfrm>
                <a:off x="2944319" y="3091298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7" name="TextBox 436"/>
              <p:cNvSpPr txBox="1"/>
              <p:nvPr/>
            </p:nvSpPr>
            <p:spPr>
              <a:xfrm>
                <a:off x="3785052" y="250404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8" name="TextBox 437"/>
              <p:cNvSpPr txBox="1"/>
              <p:nvPr/>
            </p:nvSpPr>
            <p:spPr>
              <a:xfrm>
                <a:off x="5050647" y="317087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9" name="TextBox 438"/>
              <p:cNvSpPr txBox="1"/>
              <p:nvPr/>
            </p:nvSpPr>
            <p:spPr>
              <a:xfrm>
                <a:off x="4476372" y="378269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5791200" y="434340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3991786" y="207543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0474B5C-4089-4C20-AD25-288D0C7F14F2}"/>
                </a:ext>
              </a:extLst>
            </p:cNvPr>
            <p:cNvSpPr/>
            <p:nvPr/>
          </p:nvSpPr>
          <p:spPr bwMode="auto">
            <a:xfrm rot="20376990">
              <a:off x="3643537" y="808292"/>
              <a:ext cx="3449987" cy="4436048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algn="ctr"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1600" dirty="0">
                <a:solidFill>
                  <a:srgbClr val="000000"/>
                </a:solidFill>
                <a:latin typeface="MS Reference Sans Serif"/>
                <a:ea typeface="굴림" pitchFamily="50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B150799-E835-497D-8C36-AD862E4D95F8}"/>
                </a:ext>
              </a:extLst>
            </p:cNvPr>
            <p:cNvSpPr txBox="1"/>
            <p:nvPr/>
          </p:nvSpPr>
          <p:spPr>
            <a:xfrm>
              <a:off x="3998207" y="1315122"/>
              <a:ext cx="1899879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MS Reference Sans Serif"/>
                  <a:ea typeface="돋움체"/>
                </a:rPr>
                <a:t>RR(6, 1, [(4, 5), (8, 6), (9, 7)])</a:t>
              </a:r>
              <a:endParaRPr lang="en-US" sz="8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3AAC541-6EB2-4BE7-A436-2833121DC6A9}"/>
                </a:ext>
              </a:extLst>
            </p:cNvPr>
            <p:cNvSpPr txBox="1"/>
            <p:nvPr/>
          </p:nvSpPr>
          <p:spPr>
            <a:xfrm>
              <a:off x="5817323" y="2502363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3)</a:t>
              </a:r>
              <a:endParaRPr lang="en-US" sz="8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B7B0D21-EEEC-4288-B83E-E614E6900964}"/>
                </a:ext>
              </a:extLst>
            </p:cNvPr>
            <p:cNvSpPr txBox="1"/>
            <p:nvPr/>
          </p:nvSpPr>
          <p:spPr>
            <a:xfrm>
              <a:off x="2862954" y="1814512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2)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2D42B01-3368-49D4-A73E-9EE12A017599}"/>
                </a:ext>
              </a:extLst>
            </p:cNvPr>
            <p:cNvSpPr txBox="1"/>
            <p:nvPr/>
          </p:nvSpPr>
          <p:spPr>
            <a:xfrm>
              <a:off x="5140986" y="1678335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RE(0, 0, 0)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C57AE0B-0838-4EAF-B390-3FCB440AE45F}"/>
                </a:ext>
              </a:extLst>
            </p:cNvPr>
            <p:cNvSpPr txBox="1"/>
            <p:nvPr/>
          </p:nvSpPr>
          <p:spPr>
            <a:xfrm>
              <a:off x="1336784" y="2847684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RE(2, 2, 6)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975747B-7B0D-4E26-8B59-6847F719F0EB}"/>
                </a:ext>
              </a:extLst>
            </p:cNvPr>
            <p:cNvSpPr txBox="1"/>
            <p:nvPr/>
          </p:nvSpPr>
          <p:spPr>
            <a:xfrm>
              <a:off x="2993211" y="4353878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RE(2, 2, 6)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67892CE-4F90-495E-99AF-0C069077AD2C}"/>
                </a:ext>
              </a:extLst>
            </p:cNvPr>
            <p:cNvSpPr txBox="1"/>
            <p:nvPr/>
          </p:nvSpPr>
          <p:spPr>
            <a:xfrm>
              <a:off x="5181600" y="4532563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RE(4, 2, 7)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52F487E-5C66-4E87-AD46-32429968CB2E}"/>
                </a:ext>
              </a:extLst>
            </p:cNvPr>
            <p:cNvSpPr txBox="1"/>
            <p:nvPr/>
          </p:nvSpPr>
          <p:spPr>
            <a:xfrm>
              <a:off x="6740788" y="3667545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RE(6, 2, 6)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0C37A03-E99E-4C46-8DC7-384E5DDF9320}"/>
                </a:ext>
              </a:extLst>
            </p:cNvPr>
            <p:cNvSpPr txBox="1"/>
            <p:nvPr/>
          </p:nvSpPr>
          <p:spPr>
            <a:xfrm>
              <a:off x="4423059" y="2908756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4)</a:t>
              </a:r>
              <a:endParaRPr lang="en-US" sz="8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5671E22A-C1A9-415B-8820-F6D4E19B6E78}"/>
              </a:ext>
            </a:extLst>
          </p:cNvPr>
          <p:cNvSpPr txBox="1"/>
          <p:nvPr/>
        </p:nvSpPr>
        <p:spPr>
          <a:xfrm>
            <a:off x="209304" y="550184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>
                <a:solidFill>
                  <a:srgbClr val="000000"/>
                </a:solidFill>
                <a:latin typeface="MS Reference Sans Serif"/>
                <a:ea typeface="돋움체"/>
              </a:rPr>
              <a:t>Example Network</a:t>
            </a:r>
            <a:endParaRPr lang="ko-KR" altLang="en-US" sz="2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96" name="TextBox 2">
            <a:extLst>
              <a:ext uri="{FF2B5EF4-FFF2-40B4-BE49-F238E27FC236}">
                <a16:creationId xmlns:a16="http://schemas.microsoft.com/office/drawing/2014/main" id="{28FF756B-CF0C-49A0-9819-8B1C55AA7FB9}"/>
              </a:ext>
            </a:extLst>
          </p:cNvPr>
          <p:cNvSpPr txBox="1"/>
          <p:nvPr/>
        </p:nvSpPr>
        <p:spPr>
          <a:xfrm>
            <a:off x="1610441" y="5238843"/>
            <a:ext cx="9481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Node 6 broadcast RR exclude parent information </a:t>
            </a:r>
            <a:r>
              <a:rPr lang="en-US">
                <a:sym typeface="Wingdings" panose="05000000000000000000" pitchFamily="2" charset="2"/>
              </a:rPr>
              <a:t> Node 1 reject RR packet from Node 6.</a:t>
            </a:r>
          </a:p>
          <a:p>
            <a:r>
              <a:rPr lang="en-US">
                <a:sym typeface="Wingdings" panose="05000000000000000000" pitchFamily="2" charset="2"/>
              </a:rPr>
              <a:t>Node 4, 8, 9 update its RE by compare current rank in its RE with the rank in RR packet from Node 6. Then switch parent if it has lower rank</a:t>
            </a:r>
          </a:p>
        </p:txBody>
      </p:sp>
    </p:spTree>
    <p:extLst>
      <p:ext uri="{BB962C8B-B14F-4D97-AF65-F5344CB8AC3E}">
        <p14:creationId xmlns:p14="http://schemas.microsoft.com/office/powerpoint/2010/main" val="1871096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DF40DB0-0F30-4F79-AF1E-426F3B754CCF}"/>
              </a:ext>
            </a:extLst>
          </p:cNvPr>
          <p:cNvGrpSpPr/>
          <p:nvPr/>
        </p:nvGrpSpPr>
        <p:grpSpPr>
          <a:xfrm>
            <a:off x="3315687" y="1600200"/>
            <a:ext cx="5145284" cy="3479292"/>
            <a:chOff x="1791687" y="1600200"/>
            <a:chExt cx="5145284" cy="3479292"/>
          </a:xfrm>
        </p:grpSpPr>
        <p:sp>
          <p:nvSpPr>
            <p:cNvPr id="5" name="타원 4"/>
            <p:cNvSpPr/>
            <p:nvPr/>
          </p:nvSpPr>
          <p:spPr>
            <a:xfrm>
              <a:off x="4724400" y="1600200"/>
              <a:ext cx="457200" cy="4572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1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6" name="타원 5"/>
            <p:cNvSpPr/>
            <p:nvPr/>
          </p:nvSpPr>
          <p:spPr>
            <a:xfrm>
              <a:off x="4109222" y="302995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7" name="타원 6"/>
            <p:cNvSpPr/>
            <p:nvPr/>
          </p:nvSpPr>
          <p:spPr>
            <a:xfrm>
              <a:off x="1827777" y="304619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" name="타원 7"/>
            <p:cNvSpPr/>
            <p:nvPr/>
          </p:nvSpPr>
          <p:spPr>
            <a:xfrm>
              <a:off x="1837944" y="4622292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7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" name="타원 8"/>
            <p:cNvSpPr/>
            <p:nvPr/>
          </p:nvSpPr>
          <p:spPr>
            <a:xfrm>
              <a:off x="3019925" y="3750221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5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5783580" y="273405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6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786174" y="4315097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9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6479771" y="380390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8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2944368" y="204216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32" name="직선 연결선 31"/>
            <p:cNvCxnSpPr/>
            <p:nvPr/>
          </p:nvCxnSpPr>
          <p:spPr>
            <a:xfrm flipV="1">
              <a:off x="3472941" y="1827495"/>
              <a:ext cx="1165961" cy="3032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TextBox 212"/>
            <p:cNvSpPr txBox="1"/>
            <p:nvPr/>
          </p:nvSpPr>
          <p:spPr>
            <a:xfrm>
              <a:off x="3949315" y="178615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139" name="직선 연결선 138"/>
            <p:cNvCxnSpPr/>
            <p:nvPr/>
          </p:nvCxnSpPr>
          <p:spPr>
            <a:xfrm flipV="1">
              <a:off x="3429000" y="1905000"/>
              <a:ext cx="1165961" cy="3032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/>
            <p:cNvCxnSpPr/>
            <p:nvPr/>
          </p:nvCxnSpPr>
          <p:spPr>
            <a:xfrm flipV="1">
              <a:off x="2248662" y="2429344"/>
              <a:ext cx="659129" cy="57755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 flipV="1">
              <a:off x="2286000" y="2470876"/>
              <a:ext cx="671030" cy="57712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/>
            <p:cNvCxnSpPr/>
            <p:nvPr/>
          </p:nvCxnSpPr>
          <p:spPr>
            <a:xfrm flipV="1">
              <a:off x="1958600" y="3632385"/>
              <a:ext cx="16351" cy="90613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연결선 148"/>
            <p:cNvCxnSpPr/>
            <p:nvPr/>
          </p:nvCxnSpPr>
          <p:spPr>
            <a:xfrm flipV="1">
              <a:off x="2040709" y="3667545"/>
              <a:ext cx="22135" cy="85076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/>
            <p:cNvCxnSpPr/>
            <p:nvPr/>
          </p:nvCxnSpPr>
          <p:spPr>
            <a:xfrm flipH="1" flipV="1">
              <a:off x="2342807" y="3441430"/>
              <a:ext cx="589881" cy="49312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/>
            <p:cNvCxnSpPr/>
            <p:nvPr/>
          </p:nvCxnSpPr>
          <p:spPr>
            <a:xfrm flipH="1" flipV="1">
              <a:off x="2411012" y="3405889"/>
              <a:ext cx="535029" cy="43517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 flipV="1">
              <a:off x="3438145" y="2475959"/>
              <a:ext cx="748768" cy="48060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연결선 164"/>
            <p:cNvCxnSpPr/>
            <p:nvPr/>
          </p:nvCxnSpPr>
          <p:spPr>
            <a:xfrm>
              <a:off x="3394472" y="2514644"/>
              <a:ext cx="715966" cy="461967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/>
            <p:cNvCxnSpPr/>
            <p:nvPr/>
          </p:nvCxnSpPr>
          <p:spPr>
            <a:xfrm flipH="1">
              <a:off x="4447491" y="2152653"/>
              <a:ext cx="334974" cy="762056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/>
            <p:cNvCxnSpPr/>
            <p:nvPr/>
          </p:nvCxnSpPr>
          <p:spPr>
            <a:xfrm flipV="1">
              <a:off x="4495800" y="2245801"/>
              <a:ext cx="331316" cy="71076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/>
            <p:cNvCxnSpPr/>
            <p:nvPr/>
          </p:nvCxnSpPr>
          <p:spPr>
            <a:xfrm flipH="1" flipV="1">
              <a:off x="5158772" y="2122379"/>
              <a:ext cx="632428" cy="62082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연결선 176"/>
            <p:cNvCxnSpPr/>
            <p:nvPr/>
          </p:nvCxnSpPr>
          <p:spPr>
            <a:xfrm>
              <a:off x="5198658" y="2050689"/>
              <a:ext cx="613221" cy="59099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/>
            <p:cNvCxnSpPr>
              <a:cxnSpLocks/>
            </p:cNvCxnSpPr>
            <p:nvPr/>
          </p:nvCxnSpPr>
          <p:spPr>
            <a:xfrm flipV="1">
              <a:off x="3498997" y="3415514"/>
              <a:ext cx="535029" cy="43517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3573610" y="3426154"/>
              <a:ext cx="541757" cy="45277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/>
            <p:cNvCxnSpPr>
              <a:cxnSpLocks/>
            </p:cNvCxnSpPr>
            <p:nvPr/>
          </p:nvCxnSpPr>
          <p:spPr>
            <a:xfrm flipH="1">
              <a:off x="4680691" y="2963008"/>
              <a:ext cx="928801" cy="20024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연결선 189"/>
            <p:cNvCxnSpPr/>
            <p:nvPr/>
          </p:nvCxnSpPr>
          <p:spPr>
            <a:xfrm flipV="1">
              <a:off x="4667265" y="3024552"/>
              <a:ext cx="963916" cy="21259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연결선 192"/>
            <p:cNvCxnSpPr/>
            <p:nvPr/>
          </p:nvCxnSpPr>
          <p:spPr>
            <a:xfrm flipH="1" flipV="1">
              <a:off x="6247336" y="3192267"/>
              <a:ext cx="467592" cy="52553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>
              <a:cxnSpLocks/>
            </p:cNvCxnSpPr>
            <p:nvPr/>
          </p:nvCxnSpPr>
          <p:spPr>
            <a:xfrm>
              <a:off x="6173114" y="3222866"/>
              <a:ext cx="467592" cy="50211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/>
            <p:cNvCxnSpPr/>
            <p:nvPr/>
          </p:nvCxnSpPr>
          <p:spPr>
            <a:xfrm flipV="1">
              <a:off x="5382879" y="4166484"/>
              <a:ext cx="998239" cy="25113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연결선 209"/>
            <p:cNvCxnSpPr/>
            <p:nvPr/>
          </p:nvCxnSpPr>
          <p:spPr>
            <a:xfrm flipH="1">
              <a:off x="5369291" y="4109083"/>
              <a:ext cx="1025416" cy="26247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 214"/>
            <p:cNvCxnSpPr/>
            <p:nvPr/>
          </p:nvCxnSpPr>
          <p:spPr>
            <a:xfrm>
              <a:off x="4562717" y="3523521"/>
              <a:ext cx="390283" cy="66747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연결선 215"/>
            <p:cNvCxnSpPr/>
            <p:nvPr/>
          </p:nvCxnSpPr>
          <p:spPr>
            <a:xfrm flipH="1" flipV="1">
              <a:off x="4498065" y="3576469"/>
              <a:ext cx="385945" cy="65346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연결선 287"/>
            <p:cNvCxnSpPr/>
            <p:nvPr/>
          </p:nvCxnSpPr>
          <p:spPr>
            <a:xfrm>
              <a:off x="3588290" y="4118739"/>
              <a:ext cx="1069768" cy="37433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flipH="1" flipV="1">
              <a:off x="3583005" y="4184065"/>
              <a:ext cx="1055897" cy="36998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직선 연결선 326"/>
            <p:cNvCxnSpPr/>
            <p:nvPr/>
          </p:nvCxnSpPr>
          <p:spPr>
            <a:xfrm flipH="1">
              <a:off x="2317124" y="4202807"/>
              <a:ext cx="692828" cy="47996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직선 연결선 327"/>
            <p:cNvCxnSpPr/>
            <p:nvPr/>
          </p:nvCxnSpPr>
          <p:spPr>
            <a:xfrm flipV="1">
              <a:off x="2356608" y="4258959"/>
              <a:ext cx="671553" cy="468066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직선 연결선 342"/>
            <p:cNvCxnSpPr/>
            <p:nvPr/>
          </p:nvCxnSpPr>
          <p:spPr>
            <a:xfrm flipH="1">
              <a:off x="5219844" y="3191256"/>
              <a:ext cx="647556" cy="98058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직선 연결선 345"/>
            <p:cNvCxnSpPr/>
            <p:nvPr/>
          </p:nvCxnSpPr>
          <p:spPr>
            <a:xfrm flipV="1">
              <a:off x="5264887" y="3294615"/>
              <a:ext cx="631711" cy="93531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/>
            <p:cNvSpPr txBox="1"/>
            <p:nvPr/>
          </p:nvSpPr>
          <p:spPr>
            <a:xfrm>
              <a:off x="4450096" y="2378574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3631959" y="2750507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6" name="TextBox 355"/>
            <p:cNvSpPr txBox="1"/>
            <p:nvPr/>
          </p:nvSpPr>
          <p:spPr>
            <a:xfrm>
              <a:off x="3672846" y="3398644"/>
              <a:ext cx="141143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7" name="TextBox 356"/>
            <p:cNvSpPr txBox="1"/>
            <p:nvPr/>
          </p:nvSpPr>
          <p:spPr>
            <a:xfrm>
              <a:off x="5043202" y="2848976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1791687" y="394224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376" name="직선 연결선 375"/>
            <p:cNvCxnSpPr/>
            <p:nvPr/>
          </p:nvCxnSpPr>
          <p:spPr>
            <a:xfrm>
              <a:off x="3129641" y="2613306"/>
              <a:ext cx="29374" cy="107468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직선 연결선 378"/>
            <p:cNvCxnSpPr/>
            <p:nvPr/>
          </p:nvCxnSpPr>
          <p:spPr>
            <a:xfrm flipH="1" flipV="1">
              <a:off x="3211008" y="2670846"/>
              <a:ext cx="22041" cy="10069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TextBox 390"/>
            <p:cNvSpPr txBox="1"/>
            <p:nvPr/>
          </p:nvSpPr>
          <p:spPr>
            <a:xfrm>
              <a:off x="2427880" y="255138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2" name="TextBox 391"/>
            <p:cNvSpPr txBox="1"/>
            <p:nvPr/>
          </p:nvSpPr>
          <p:spPr>
            <a:xfrm>
              <a:off x="2626603" y="2817747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5543024" y="216215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4" name="TextBox 393"/>
            <p:cNvSpPr txBox="1"/>
            <p:nvPr/>
          </p:nvSpPr>
          <p:spPr>
            <a:xfrm>
              <a:off x="5302335" y="238649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5" name="TextBox 394"/>
            <p:cNvSpPr txBox="1"/>
            <p:nvPr/>
          </p:nvSpPr>
          <p:spPr>
            <a:xfrm>
              <a:off x="5783204" y="403079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6" name="TextBox 395"/>
            <p:cNvSpPr txBox="1"/>
            <p:nvPr/>
          </p:nvSpPr>
          <p:spPr>
            <a:xfrm>
              <a:off x="4786329" y="3657888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7" name="TextBox 396"/>
            <p:cNvSpPr txBox="1"/>
            <p:nvPr/>
          </p:nvSpPr>
          <p:spPr>
            <a:xfrm>
              <a:off x="4089142" y="4080944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1" name="TextBox 400"/>
            <p:cNvSpPr txBox="1"/>
            <p:nvPr/>
          </p:nvSpPr>
          <p:spPr>
            <a:xfrm>
              <a:off x="2529892" y="429345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2" name="TextBox 401"/>
            <p:cNvSpPr txBox="1"/>
            <p:nvPr/>
          </p:nvSpPr>
          <p:spPr>
            <a:xfrm>
              <a:off x="2698137" y="4495135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2087385" y="3924417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8" name="TextBox 407"/>
            <p:cNvSpPr txBox="1"/>
            <p:nvPr/>
          </p:nvSpPr>
          <p:spPr>
            <a:xfrm>
              <a:off x="4750724" y="250404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5425895" y="3505559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10" name="TextBox 409"/>
            <p:cNvSpPr txBox="1"/>
            <p:nvPr/>
          </p:nvSpPr>
          <p:spPr>
            <a:xfrm>
              <a:off x="5719539" y="361909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6479207" y="3248863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6276534" y="347101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3991678" y="4387695"/>
              <a:ext cx="84696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3865170" y="3678964"/>
              <a:ext cx="164911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651646" y="343878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510194" y="3677755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3281129" y="307854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2944319" y="3091298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7" name="TextBox 436"/>
            <p:cNvSpPr txBox="1"/>
            <p:nvPr/>
          </p:nvSpPr>
          <p:spPr>
            <a:xfrm>
              <a:off x="3785052" y="250404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8" name="TextBox 437"/>
            <p:cNvSpPr txBox="1"/>
            <p:nvPr/>
          </p:nvSpPr>
          <p:spPr>
            <a:xfrm>
              <a:off x="5050647" y="3170874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4476372" y="3782695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791200" y="434340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991786" y="207543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40474B5C-4089-4C20-AD25-288D0C7F14F2}"/>
              </a:ext>
            </a:extLst>
          </p:cNvPr>
          <p:cNvSpPr/>
          <p:nvPr/>
        </p:nvSpPr>
        <p:spPr bwMode="auto">
          <a:xfrm rot="1709587">
            <a:off x="2263282" y="1125549"/>
            <a:ext cx="3157484" cy="4194637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1600" dirty="0">
              <a:solidFill>
                <a:srgbClr val="000000"/>
              </a:solidFill>
              <a:latin typeface="MS Reference Sans Serif"/>
              <a:ea typeface="굴림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B150799-E835-497D-8C36-AD862E4D95F8}"/>
              </a:ext>
            </a:extLst>
          </p:cNvPr>
          <p:cNvSpPr txBox="1"/>
          <p:nvPr/>
        </p:nvSpPr>
        <p:spPr>
          <a:xfrm>
            <a:off x="2530099" y="2194200"/>
            <a:ext cx="1463862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MS Reference Sans Serif"/>
                <a:ea typeface="돋움체"/>
              </a:rPr>
              <a:t>RR(3, 2, [(5, 9), (7, 9)])</a:t>
            </a:r>
            <a:endParaRPr lang="en-US" sz="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3AAC541-6EB2-4BE7-A436-2833121DC6A9}"/>
              </a:ext>
            </a:extLst>
          </p:cNvPr>
          <p:cNvSpPr txBox="1"/>
          <p:nvPr/>
        </p:nvSpPr>
        <p:spPr>
          <a:xfrm>
            <a:off x="7341324" y="2502363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RE(1, 1, 3)</a:t>
            </a:r>
            <a:endParaRPr lang="en-US" sz="8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7B0D21-EEEC-4288-B83E-E614E6900964}"/>
              </a:ext>
            </a:extLst>
          </p:cNvPr>
          <p:cNvSpPr txBox="1"/>
          <p:nvPr/>
        </p:nvSpPr>
        <p:spPr>
          <a:xfrm>
            <a:off x="4386955" y="1814512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RE(1, 1, 2)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2D42B01-3368-49D4-A73E-9EE12A017599}"/>
              </a:ext>
            </a:extLst>
          </p:cNvPr>
          <p:cNvSpPr txBox="1"/>
          <p:nvPr/>
        </p:nvSpPr>
        <p:spPr>
          <a:xfrm>
            <a:off x="6664987" y="1678335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RE(0, 0, 0)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C57AE0B-0838-4EAF-B390-3FCB440AE45F}"/>
              </a:ext>
            </a:extLst>
          </p:cNvPr>
          <p:cNvSpPr txBox="1"/>
          <p:nvPr/>
        </p:nvSpPr>
        <p:spPr>
          <a:xfrm>
            <a:off x="2860785" y="2847684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RE(2, 2, 6)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975747B-7B0D-4E26-8B59-6847F719F0EB}"/>
              </a:ext>
            </a:extLst>
          </p:cNvPr>
          <p:cNvSpPr txBox="1"/>
          <p:nvPr/>
        </p:nvSpPr>
        <p:spPr>
          <a:xfrm>
            <a:off x="4517212" y="4353878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RE(2, 2, 6)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67892CE-4F90-495E-99AF-0C069077AD2C}"/>
              </a:ext>
            </a:extLst>
          </p:cNvPr>
          <p:cNvSpPr txBox="1"/>
          <p:nvPr/>
        </p:nvSpPr>
        <p:spPr>
          <a:xfrm>
            <a:off x="6705601" y="4532563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RE(4, 2, 7)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52F487E-5C66-4E87-AD46-32429968CB2E}"/>
              </a:ext>
            </a:extLst>
          </p:cNvPr>
          <p:cNvSpPr txBox="1"/>
          <p:nvPr/>
        </p:nvSpPr>
        <p:spPr>
          <a:xfrm>
            <a:off x="8264789" y="3667545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RE(6, 2, 6)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623D718-733F-4B4E-95D4-B2B7EC53B6B8}"/>
              </a:ext>
            </a:extLst>
          </p:cNvPr>
          <p:cNvSpPr txBox="1"/>
          <p:nvPr/>
        </p:nvSpPr>
        <p:spPr>
          <a:xfrm>
            <a:off x="2638100" y="4727025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RE(3, 3, 9)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A62A460-CD7C-411D-957E-6F8B4036C18C}"/>
              </a:ext>
            </a:extLst>
          </p:cNvPr>
          <p:cNvSpPr txBox="1"/>
          <p:nvPr/>
        </p:nvSpPr>
        <p:spPr>
          <a:xfrm>
            <a:off x="5947060" y="2908756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RE(1, 1, 4)</a:t>
            </a:r>
            <a:endParaRPr lang="en-US" sz="8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F42117A-2083-4581-9892-84C556BFCECB}"/>
              </a:ext>
            </a:extLst>
          </p:cNvPr>
          <p:cNvSpPr txBox="1"/>
          <p:nvPr/>
        </p:nvSpPr>
        <p:spPr>
          <a:xfrm>
            <a:off x="209304" y="550184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>
                <a:solidFill>
                  <a:srgbClr val="000000"/>
                </a:solidFill>
                <a:latin typeface="MS Reference Sans Serif"/>
                <a:ea typeface="돋움체"/>
              </a:rPr>
              <a:t>Example Network</a:t>
            </a:r>
            <a:endParaRPr lang="ko-KR" altLang="en-US" sz="2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97" name="TextBox 2">
            <a:extLst>
              <a:ext uri="{FF2B5EF4-FFF2-40B4-BE49-F238E27FC236}">
                <a16:creationId xmlns:a16="http://schemas.microsoft.com/office/drawing/2014/main" id="{1C85826C-DCC8-4CBD-B896-F9E47E434044}"/>
              </a:ext>
            </a:extLst>
          </p:cNvPr>
          <p:cNvSpPr txBox="1"/>
          <p:nvPr/>
        </p:nvSpPr>
        <p:spPr>
          <a:xfrm>
            <a:off x="1378286" y="5391347"/>
            <a:ext cx="9481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Node 3 broadcast RR exclude parent information </a:t>
            </a:r>
            <a:r>
              <a:rPr lang="en-US">
                <a:sym typeface="Wingdings" panose="05000000000000000000" pitchFamily="2" charset="2"/>
              </a:rPr>
              <a:t> Node 2 reject RR packet from Node 3.</a:t>
            </a:r>
          </a:p>
          <a:p>
            <a:r>
              <a:rPr lang="en-US">
                <a:sym typeface="Wingdings" panose="05000000000000000000" pitchFamily="2" charset="2"/>
              </a:rPr>
              <a:t>Node 7, 5 update its RE by compare current rank in its RE with the rank in RR packet from Node 3. Then switch parent if it has lower rank</a:t>
            </a:r>
          </a:p>
        </p:txBody>
      </p:sp>
    </p:spTree>
    <p:extLst>
      <p:ext uri="{BB962C8B-B14F-4D97-AF65-F5344CB8AC3E}">
        <p14:creationId xmlns:p14="http://schemas.microsoft.com/office/powerpoint/2010/main" val="2335043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DF40DB0-0F30-4F79-AF1E-426F3B754CCF}"/>
              </a:ext>
            </a:extLst>
          </p:cNvPr>
          <p:cNvGrpSpPr/>
          <p:nvPr/>
        </p:nvGrpSpPr>
        <p:grpSpPr>
          <a:xfrm>
            <a:off x="3315687" y="1520298"/>
            <a:ext cx="5145284" cy="3479292"/>
            <a:chOff x="1791687" y="1600200"/>
            <a:chExt cx="5145284" cy="3479292"/>
          </a:xfrm>
        </p:grpSpPr>
        <p:sp>
          <p:nvSpPr>
            <p:cNvPr id="5" name="타원 4"/>
            <p:cNvSpPr/>
            <p:nvPr/>
          </p:nvSpPr>
          <p:spPr>
            <a:xfrm>
              <a:off x="4724400" y="1600200"/>
              <a:ext cx="457200" cy="4572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1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6" name="타원 5"/>
            <p:cNvSpPr/>
            <p:nvPr/>
          </p:nvSpPr>
          <p:spPr>
            <a:xfrm>
              <a:off x="4109222" y="302995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7" name="타원 6"/>
            <p:cNvSpPr/>
            <p:nvPr/>
          </p:nvSpPr>
          <p:spPr>
            <a:xfrm>
              <a:off x="1827777" y="304619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" name="타원 7"/>
            <p:cNvSpPr/>
            <p:nvPr/>
          </p:nvSpPr>
          <p:spPr>
            <a:xfrm>
              <a:off x="1837944" y="4622292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7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" name="타원 8"/>
            <p:cNvSpPr/>
            <p:nvPr/>
          </p:nvSpPr>
          <p:spPr>
            <a:xfrm>
              <a:off x="3019925" y="3750221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5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5783580" y="273405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6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786174" y="4315097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9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6479771" y="380390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8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2944368" y="204216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32" name="직선 연결선 31"/>
            <p:cNvCxnSpPr/>
            <p:nvPr/>
          </p:nvCxnSpPr>
          <p:spPr>
            <a:xfrm flipV="1">
              <a:off x="3472941" y="1827495"/>
              <a:ext cx="1165961" cy="3032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TextBox 212"/>
            <p:cNvSpPr txBox="1"/>
            <p:nvPr/>
          </p:nvSpPr>
          <p:spPr>
            <a:xfrm>
              <a:off x="3949315" y="178615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139" name="직선 연결선 138"/>
            <p:cNvCxnSpPr/>
            <p:nvPr/>
          </p:nvCxnSpPr>
          <p:spPr>
            <a:xfrm flipV="1">
              <a:off x="3429000" y="1905000"/>
              <a:ext cx="1165961" cy="3032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/>
            <p:cNvCxnSpPr/>
            <p:nvPr/>
          </p:nvCxnSpPr>
          <p:spPr>
            <a:xfrm flipV="1">
              <a:off x="2248662" y="2429344"/>
              <a:ext cx="659129" cy="57755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 flipV="1">
              <a:off x="2286000" y="2470876"/>
              <a:ext cx="671030" cy="57712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/>
            <p:cNvCxnSpPr/>
            <p:nvPr/>
          </p:nvCxnSpPr>
          <p:spPr>
            <a:xfrm flipV="1">
              <a:off x="1958600" y="3632385"/>
              <a:ext cx="16351" cy="90613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연결선 148"/>
            <p:cNvCxnSpPr/>
            <p:nvPr/>
          </p:nvCxnSpPr>
          <p:spPr>
            <a:xfrm flipV="1">
              <a:off x="2040709" y="3667545"/>
              <a:ext cx="22135" cy="85076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/>
            <p:cNvCxnSpPr/>
            <p:nvPr/>
          </p:nvCxnSpPr>
          <p:spPr>
            <a:xfrm flipH="1" flipV="1">
              <a:off x="2342807" y="3441430"/>
              <a:ext cx="589881" cy="49312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/>
            <p:cNvCxnSpPr/>
            <p:nvPr/>
          </p:nvCxnSpPr>
          <p:spPr>
            <a:xfrm flipH="1" flipV="1">
              <a:off x="2411012" y="3405889"/>
              <a:ext cx="535029" cy="43517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 flipV="1">
              <a:off x="3438145" y="2475959"/>
              <a:ext cx="748768" cy="48060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연결선 164"/>
            <p:cNvCxnSpPr/>
            <p:nvPr/>
          </p:nvCxnSpPr>
          <p:spPr>
            <a:xfrm>
              <a:off x="3394472" y="2514644"/>
              <a:ext cx="715966" cy="461967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/>
            <p:cNvCxnSpPr/>
            <p:nvPr/>
          </p:nvCxnSpPr>
          <p:spPr>
            <a:xfrm flipH="1">
              <a:off x="4447491" y="2152653"/>
              <a:ext cx="334974" cy="762056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/>
            <p:cNvCxnSpPr/>
            <p:nvPr/>
          </p:nvCxnSpPr>
          <p:spPr>
            <a:xfrm flipV="1">
              <a:off x="4495800" y="2245801"/>
              <a:ext cx="331316" cy="71076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/>
            <p:cNvCxnSpPr/>
            <p:nvPr/>
          </p:nvCxnSpPr>
          <p:spPr>
            <a:xfrm flipH="1" flipV="1">
              <a:off x="5158772" y="2122379"/>
              <a:ext cx="632428" cy="62082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연결선 176"/>
            <p:cNvCxnSpPr/>
            <p:nvPr/>
          </p:nvCxnSpPr>
          <p:spPr>
            <a:xfrm>
              <a:off x="5198658" y="2050689"/>
              <a:ext cx="613221" cy="59099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/>
            <p:cNvCxnSpPr>
              <a:cxnSpLocks/>
            </p:cNvCxnSpPr>
            <p:nvPr/>
          </p:nvCxnSpPr>
          <p:spPr>
            <a:xfrm flipV="1">
              <a:off x="3498997" y="3415514"/>
              <a:ext cx="535029" cy="43517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3573610" y="3426154"/>
              <a:ext cx="541757" cy="45277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/>
            <p:cNvCxnSpPr>
              <a:cxnSpLocks/>
            </p:cNvCxnSpPr>
            <p:nvPr/>
          </p:nvCxnSpPr>
          <p:spPr>
            <a:xfrm flipH="1">
              <a:off x="4680691" y="2963008"/>
              <a:ext cx="928801" cy="20024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연결선 189"/>
            <p:cNvCxnSpPr/>
            <p:nvPr/>
          </p:nvCxnSpPr>
          <p:spPr>
            <a:xfrm flipV="1">
              <a:off x="4667265" y="3024552"/>
              <a:ext cx="963916" cy="21259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연결선 192"/>
            <p:cNvCxnSpPr/>
            <p:nvPr/>
          </p:nvCxnSpPr>
          <p:spPr>
            <a:xfrm flipH="1" flipV="1">
              <a:off x="6247336" y="3192267"/>
              <a:ext cx="467592" cy="52553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>
              <a:cxnSpLocks/>
            </p:cNvCxnSpPr>
            <p:nvPr/>
          </p:nvCxnSpPr>
          <p:spPr>
            <a:xfrm>
              <a:off x="6173114" y="3222866"/>
              <a:ext cx="467592" cy="50211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/>
            <p:cNvCxnSpPr/>
            <p:nvPr/>
          </p:nvCxnSpPr>
          <p:spPr>
            <a:xfrm flipV="1">
              <a:off x="5382879" y="4166484"/>
              <a:ext cx="998239" cy="25113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연결선 209"/>
            <p:cNvCxnSpPr/>
            <p:nvPr/>
          </p:nvCxnSpPr>
          <p:spPr>
            <a:xfrm flipH="1">
              <a:off x="5369291" y="4109083"/>
              <a:ext cx="1025416" cy="26247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 214"/>
            <p:cNvCxnSpPr/>
            <p:nvPr/>
          </p:nvCxnSpPr>
          <p:spPr>
            <a:xfrm>
              <a:off x="4562717" y="3523521"/>
              <a:ext cx="390283" cy="66747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연결선 215"/>
            <p:cNvCxnSpPr/>
            <p:nvPr/>
          </p:nvCxnSpPr>
          <p:spPr>
            <a:xfrm flipH="1" flipV="1">
              <a:off x="4498065" y="3576469"/>
              <a:ext cx="385945" cy="65346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연결선 287"/>
            <p:cNvCxnSpPr/>
            <p:nvPr/>
          </p:nvCxnSpPr>
          <p:spPr>
            <a:xfrm>
              <a:off x="3588290" y="4118739"/>
              <a:ext cx="1069768" cy="37433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flipH="1" flipV="1">
              <a:off x="3583005" y="4184065"/>
              <a:ext cx="1055897" cy="36998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직선 연결선 326"/>
            <p:cNvCxnSpPr/>
            <p:nvPr/>
          </p:nvCxnSpPr>
          <p:spPr>
            <a:xfrm flipH="1">
              <a:off x="2317124" y="4202807"/>
              <a:ext cx="692828" cy="47996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직선 연결선 327"/>
            <p:cNvCxnSpPr/>
            <p:nvPr/>
          </p:nvCxnSpPr>
          <p:spPr>
            <a:xfrm flipV="1">
              <a:off x="2356608" y="4258959"/>
              <a:ext cx="671553" cy="468066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직선 연결선 342"/>
            <p:cNvCxnSpPr/>
            <p:nvPr/>
          </p:nvCxnSpPr>
          <p:spPr>
            <a:xfrm flipH="1">
              <a:off x="5219844" y="3191256"/>
              <a:ext cx="647556" cy="98058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직선 연결선 345"/>
            <p:cNvCxnSpPr/>
            <p:nvPr/>
          </p:nvCxnSpPr>
          <p:spPr>
            <a:xfrm flipV="1">
              <a:off x="5264887" y="3294615"/>
              <a:ext cx="631711" cy="93531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/>
            <p:cNvSpPr txBox="1"/>
            <p:nvPr/>
          </p:nvSpPr>
          <p:spPr>
            <a:xfrm>
              <a:off x="4450096" y="2378574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3631959" y="2750507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6" name="TextBox 355"/>
            <p:cNvSpPr txBox="1"/>
            <p:nvPr/>
          </p:nvSpPr>
          <p:spPr>
            <a:xfrm>
              <a:off x="3672846" y="3398644"/>
              <a:ext cx="141143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7" name="TextBox 356"/>
            <p:cNvSpPr txBox="1"/>
            <p:nvPr/>
          </p:nvSpPr>
          <p:spPr>
            <a:xfrm>
              <a:off x="5043202" y="2848976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1791687" y="394224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376" name="직선 연결선 375"/>
            <p:cNvCxnSpPr/>
            <p:nvPr/>
          </p:nvCxnSpPr>
          <p:spPr>
            <a:xfrm>
              <a:off x="3129641" y="2613306"/>
              <a:ext cx="29374" cy="107468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직선 연결선 378"/>
            <p:cNvCxnSpPr/>
            <p:nvPr/>
          </p:nvCxnSpPr>
          <p:spPr>
            <a:xfrm flipH="1" flipV="1">
              <a:off x="3211008" y="2670846"/>
              <a:ext cx="22041" cy="10069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TextBox 390"/>
            <p:cNvSpPr txBox="1"/>
            <p:nvPr/>
          </p:nvSpPr>
          <p:spPr>
            <a:xfrm>
              <a:off x="2427880" y="255138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2" name="TextBox 391"/>
            <p:cNvSpPr txBox="1"/>
            <p:nvPr/>
          </p:nvSpPr>
          <p:spPr>
            <a:xfrm>
              <a:off x="2626603" y="2817747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5543024" y="216215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4" name="TextBox 393"/>
            <p:cNvSpPr txBox="1"/>
            <p:nvPr/>
          </p:nvSpPr>
          <p:spPr>
            <a:xfrm>
              <a:off x="5302335" y="238649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5" name="TextBox 394"/>
            <p:cNvSpPr txBox="1"/>
            <p:nvPr/>
          </p:nvSpPr>
          <p:spPr>
            <a:xfrm>
              <a:off x="5783204" y="403079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6" name="TextBox 395"/>
            <p:cNvSpPr txBox="1"/>
            <p:nvPr/>
          </p:nvSpPr>
          <p:spPr>
            <a:xfrm>
              <a:off x="4786329" y="3657888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7" name="TextBox 396"/>
            <p:cNvSpPr txBox="1"/>
            <p:nvPr/>
          </p:nvSpPr>
          <p:spPr>
            <a:xfrm>
              <a:off x="4089142" y="4080944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1" name="TextBox 400"/>
            <p:cNvSpPr txBox="1"/>
            <p:nvPr/>
          </p:nvSpPr>
          <p:spPr>
            <a:xfrm>
              <a:off x="2529892" y="429345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2" name="TextBox 401"/>
            <p:cNvSpPr txBox="1"/>
            <p:nvPr/>
          </p:nvSpPr>
          <p:spPr>
            <a:xfrm>
              <a:off x="2698137" y="4495135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2087385" y="3924417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8" name="TextBox 407"/>
            <p:cNvSpPr txBox="1"/>
            <p:nvPr/>
          </p:nvSpPr>
          <p:spPr>
            <a:xfrm>
              <a:off x="4750724" y="250404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5425895" y="3505559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10" name="TextBox 409"/>
            <p:cNvSpPr txBox="1"/>
            <p:nvPr/>
          </p:nvSpPr>
          <p:spPr>
            <a:xfrm>
              <a:off x="5719539" y="361909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6479207" y="3248863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6276534" y="347101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3991678" y="4387695"/>
              <a:ext cx="84696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3865170" y="3678964"/>
              <a:ext cx="164911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651646" y="343878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510194" y="3677755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3281129" y="307854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2944319" y="3091298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7" name="TextBox 436"/>
            <p:cNvSpPr txBox="1"/>
            <p:nvPr/>
          </p:nvSpPr>
          <p:spPr>
            <a:xfrm>
              <a:off x="3785052" y="250404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8" name="TextBox 437"/>
            <p:cNvSpPr txBox="1"/>
            <p:nvPr/>
          </p:nvSpPr>
          <p:spPr>
            <a:xfrm>
              <a:off x="5050647" y="3170874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4476372" y="3782695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791200" y="434340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991786" y="207543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40474B5C-4089-4C20-AD25-288D0C7F14F2}"/>
              </a:ext>
            </a:extLst>
          </p:cNvPr>
          <p:cNvSpPr/>
          <p:nvPr/>
        </p:nvSpPr>
        <p:spPr bwMode="auto">
          <a:xfrm rot="1709587">
            <a:off x="2577033" y="1562156"/>
            <a:ext cx="4565049" cy="4194637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1600" dirty="0">
              <a:solidFill>
                <a:srgbClr val="000000"/>
              </a:solidFill>
              <a:latin typeface="MS Reference Sans Serif"/>
              <a:ea typeface="굴림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B150799-E835-497D-8C36-AD862E4D95F8}"/>
              </a:ext>
            </a:extLst>
          </p:cNvPr>
          <p:cNvSpPr txBox="1"/>
          <p:nvPr/>
        </p:nvSpPr>
        <p:spPr>
          <a:xfrm>
            <a:off x="4245251" y="4830813"/>
            <a:ext cx="1899879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MS Reference Sans Serif"/>
                <a:ea typeface="돋움체"/>
              </a:rPr>
              <a:t>RR(5, 2, [(3, 9), (7, 9), (9, 9)])</a:t>
            </a:r>
            <a:endParaRPr lang="en-US" sz="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3AAC541-6EB2-4BE7-A436-2833121DC6A9}"/>
              </a:ext>
            </a:extLst>
          </p:cNvPr>
          <p:cNvSpPr txBox="1"/>
          <p:nvPr/>
        </p:nvSpPr>
        <p:spPr>
          <a:xfrm>
            <a:off x="7341324" y="2422461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RE(1, 1, 3)</a:t>
            </a:r>
            <a:endParaRPr lang="en-US" sz="8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7B0D21-EEEC-4288-B83E-E614E6900964}"/>
              </a:ext>
            </a:extLst>
          </p:cNvPr>
          <p:cNvSpPr txBox="1"/>
          <p:nvPr/>
        </p:nvSpPr>
        <p:spPr>
          <a:xfrm>
            <a:off x="4386955" y="1734610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RE(1, 1, 2)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2D42B01-3368-49D4-A73E-9EE12A017599}"/>
              </a:ext>
            </a:extLst>
          </p:cNvPr>
          <p:cNvSpPr txBox="1"/>
          <p:nvPr/>
        </p:nvSpPr>
        <p:spPr>
          <a:xfrm>
            <a:off x="6664987" y="1598433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RE(0, 0, 0)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C57AE0B-0838-4EAF-B390-3FCB440AE45F}"/>
              </a:ext>
            </a:extLst>
          </p:cNvPr>
          <p:cNvSpPr txBox="1"/>
          <p:nvPr/>
        </p:nvSpPr>
        <p:spPr>
          <a:xfrm>
            <a:off x="2860785" y="2767782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RE(2, 2, 6)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975747B-7B0D-4E26-8B59-6847F719F0EB}"/>
              </a:ext>
            </a:extLst>
          </p:cNvPr>
          <p:cNvSpPr txBox="1"/>
          <p:nvPr/>
        </p:nvSpPr>
        <p:spPr>
          <a:xfrm>
            <a:off x="4517212" y="4273976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RE(2, 2, 6)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67892CE-4F90-495E-99AF-0C069077AD2C}"/>
              </a:ext>
            </a:extLst>
          </p:cNvPr>
          <p:cNvSpPr txBox="1"/>
          <p:nvPr/>
        </p:nvSpPr>
        <p:spPr>
          <a:xfrm>
            <a:off x="6705601" y="4452661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RE(4, 2, 7)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52F487E-5C66-4E87-AD46-32429968CB2E}"/>
              </a:ext>
            </a:extLst>
          </p:cNvPr>
          <p:cNvSpPr txBox="1"/>
          <p:nvPr/>
        </p:nvSpPr>
        <p:spPr>
          <a:xfrm>
            <a:off x="8264789" y="3587643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RE(6, 2, 6)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623D718-733F-4B4E-95D4-B2B7EC53B6B8}"/>
              </a:ext>
            </a:extLst>
          </p:cNvPr>
          <p:cNvSpPr txBox="1"/>
          <p:nvPr/>
        </p:nvSpPr>
        <p:spPr>
          <a:xfrm>
            <a:off x="2638100" y="4647123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RE(3, 3, 9)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CD7D0B0-0825-475E-9BD2-458CD53ABAF2}"/>
              </a:ext>
            </a:extLst>
          </p:cNvPr>
          <p:cNvSpPr txBox="1"/>
          <p:nvPr/>
        </p:nvSpPr>
        <p:spPr>
          <a:xfrm>
            <a:off x="5947060" y="2828854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RE(1, 1, 4)</a:t>
            </a:r>
            <a:endParaRPr lang="en-US" sz="8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9F003EC-AFD6-49D2-8651-870310904D77}"/>
              </a:ext>
            </a:extLst>
          </p:cNvPr>
          <p:cNvSpPr txBox="1"/>
          <p:nvPr/>
        </p:nvSpPr>
        <p:spPr>
          <a:xfrm>
            <a:off x="209304" y="550184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>
                <a:solidFill>
                  <a:srgbClr val="000000"/>
                </a:solidFill>
                <a:latin typeface="MS Reference Sans Serif"/>
                <a:ea typeface="돋움체"/>
              </a:rPr>
              <a:t>Example Network</a:t>
            </a:r>
            <a:endParaRPr lang="ko-KR" altLang="en-US" sz="2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97" name="TextBox 2">
            <a:extLst>
              <a:ext uri="{FF2B5EF4-FFF2-40B4-BE49-F238E27FC236}">
                <a16:creationId xmlns:a16="http://schemas.microsoft.com/office/drawing/2014/main" id="{BFDC2D7B-CC1E-4B87-A94C-5BA94D83A83D}"/>
              </a:ext>
            </a:extLst>
          </p:cNvPr>
          <p:cNvSpPr txBox="1"/>
          <p:nvPr/>
        </p:nvSpPr>
        <p:spPr>
          <a:xfrm>
            <a:off x="1279125" y="5893461"/>
            <a:ext cx="9481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Wingdings" panose="05000000000000000000" pitchFamily="2" charset="2"/>
              </a:rPr>
              <a:t>Continue this process until the receiver node receives all RR from nbr</a:t>
            </a:r>
          </a:p>
          <a:p>
            <a:r>
              <a:rPr lang="en-US">
                <a:sym typeface="Wingdings" panose="05000000000000000000" pitchFamily="2" charset="2"/>
              </a:rPr>
              <a:t> It will create Route Path(RP) = {id} and send to its parent.  </a:t>
            </a:r>
          </a:p>
        </p:txBody>
      </p:sp>
    </p:spTree>
    <p:extLst>
      <p:ext uri="{BB962C8B-B14F-4D97-AF65-F5344CB8AC3E}">
        <p14:creationId xmlns:p14="http://schemas.microsoft.com/office/powerpoint/2010/main" val="736635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209E957-833E-4B75-96E8-1B4B18DCEEAC}"/>
              </a:ext>
            </a:extLst>
          </p:cNvPr>
          <p:cNvGrpSpPr/>
          <p:nvPr/>
        </p:nvGrpSpPr>
        <p:grpSpPr>
          <a:xfrm>
            <a:off x="2138321" y="1600201"/>
            <a:ext cx="6885008" cy="4316951"/>
            <a:chOff x="614321" y="1600200"/>
            <a:chExt cx="6885008" cy="431695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0474B5C-4089-4C20-AD25-288D0C7F14F2}"/>
                </a:ext>
              </a:extLst>
            </p:cNvPr>
            <p:cNvSpPr/>
            <p:nvPr/>
          </p:nvSpPr>
          <p:spPr bwMode="auto">
            <a:xfrm rot="1709587">
              <a:off x="614321" y="2557074"/>
              <a:ext cx="3170367" cy="3360077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algn="ctr"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1600" dirty="0">
                <a:solidFill>
                  <a:srgbClr val="000000"/>
                </a:solidFill>
                <a:latin typeface="MS Reference Sans Serif"/>
                <a:ea typeface="굴림" pitchFamily="50" charset="-127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D5BF184-6FEF-409C-AC82-14C7DCE789E8}"/>
                </a:ext>
              </a:extLst>
            </p:cNvPr>
            <p:cNvGrpSpPr/>
            <p:nvPr/>
          </p:nvGrpSpPr>
          <p:grpSpPr>
            <a:xfrm>
              <a:off x="1114099" y="1600200"/>
              <a:ext cx="6385230" cy="3914578"/>
              <a:chOff x="1114099" y="1600200"/>
              <a:chExt cx="6385230" cy="3914578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DDF40DB0-0F30-4F79-AF1E-426F3B754CCF}"/>
                  </a:ext>
                </a:extLst>
              </p:cNvPr>
              <p:cNvGrpSpPr/>
              <p:nvPr/>
            </p:nvGrpSpPr>
            <p:grpSpPr>
              <a:xfrm>
                <a:off x="1791687" y="1600200"/>
                <a:ext cx="5145284" cy="3479292"/>
                <a:chOff x="1791687" y="1600200"/>
                <a:chExt cx="5145284" cy="3479292"/>
              </a:xfrm>
            </p:grpSpPr>
            <p:sp>
              <p:nvSpPr>
                <p:cNvPr id="5" name="타원 4"/>
                <p:cNvSpPr/>
                <p:nvPr/>
              </p:nvSpPr>
              <p:spPr>
                <a:xfrm>
                  <a:off x="4724400" y="1600200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1</a:t>
                  </a:r>
                  <a:endParaRPr lang="ko-KR" altLang="en-US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6" name="타원 5"/>
                <p:cNvSpPr/>
                <p:nvPr/>
              </p:nvSpPr>
              <p:spPr>
                <a:xfrm>
                  <a:off x="4109222" y="3029954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4</a:t>
                  </a:r>
                  <a:endParaRPr lang="ko-KR" altLang="en-US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7" name="타원 6"/>
                <p:cNvSpPr/>
                <p:nvPr/>
              </p:nvSpPr>
              <p:spPr>
                <a:xfrm>
                  <a:off x="1827777" y="3046196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8" name="타원 7"/>
                <p:cNvSpPr/>
                <p:nvPr/>
              </p:nvSpPr>
              <p:spPr>
                <a:xfrm>
                  <a:off x="1837944" y="4622292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7</a:t>
                  </a:r>
                  <a:endParaRPr lang="ko-KR" altLang="en-US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9" name="타원 8"/>
                <p:cNvSpPr/>
                <p:nvPr/>
              </p:nvSpPr>
              <p:spPr>
                <a:xfrm>
                  <a:off x="3019925" y="3750221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5</a:t>
                  </a:r>
                  <a:endParaRPr lang="ko-KR" altLang="en-US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17" name="타원 16"/>
                <p:cNvSpPr/>
                <p:nvPr/>
              </p:nvSpPr>
              <p:spPr>
                <a:xfrm>
                  <a:off x="5783580" y="2734056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6</a:t>
                  </a:r>
                  <a:endParaRPr lang="ko-KR" altLang="en-US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18" name="타원 17"/>
                <p:cNvSpPr/>
                <p:nvPr/>
              </p:nvSpPr>
              <p:spPr>
                <a:xfrm>
                  <a:off x="4786174" y="4315097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9</a:t>
                  </a:r>
                  <a:endParaRPr lang="ko-KR" altLang="en-US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19" name="타원 18"/>
                <p:cNvSpPr/>
                <p:nvPr/>
              </p:nvSpPr>
              <p:spPr>
                <a:xfrm>
                  <a:off x="6479771" y="3803904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8</a:t>
                  </a:r>
                  <a:endParaRPr lang="ko-KR" altLang="en-US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28" name="타원 27"/>
                <p:cNvSpPr/>
                <p:nvPr/>
              </p:nvSpPr>
              <p:spPr>
                <a:xfrm>
                  <a:off x="2944368" y="2042160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2</a:t>
                  </a:r>
                  <a:endParaRPr lang="ko-KR" altLang="en-US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cxnSp>
              <p:nvCxnSpPr>
                <p:cNvPr id="32" name="직선 연결선 31"/>
                <p:cNvCxnSpPr/>
                <p:nvPr/>
              </p:nvCxnSpPr>
              <p:spPr>
                <a:xfrm flipV="1">
                  <a:off x="3472941" y="1827495"/>
                  <a:ext cx="1165961" cy="303209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" name="TextBox 212"/>
                <p:cNvSpPr txBox="1"/>
                <p:nvPr/>
              </p:nvSpPr>
              <p:spPr>
                <a:xfrm>
                  <a:off x="3949315" y="1786152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2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cxnSp>
              <p:nvCxnSpPr>
                <p:cNvPr id="139" name="직선 연결선 138"/>
                <p:cNvCxnSpPr/>
                <p:nvPr/>
              </p:nvCxnSpPr>
              <p:spPr>
                <a:xfrm flipV="1">
                  <a:off x="3429000" y="1905000"/>
                  <a:ext cx="1165961" cy="303209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직선 연결선 141"/>
                <p:cNvCxnSpPr/>
                <p:nvPr/>
              </p:nvCxnSpPr>
              <p:spPr>
                <a:xfrm flipV="1">
                  <a:off x="2248662" y="2429344"/>
                  <a:ext cx="659129" cy="577552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2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직선 연결선 142"/>
                <p:cNvCxnSpPr/>
                <p:nvPr/>
              </p:nvCxnSpPr>
              <p:spPr>
                <a:xfrm flipV="1">
                  <a:off x="2286000" y="2470876"/>
                  <a:ext cx="671030" cy="577124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직선 연결선 147"/>
                <p:cNvCxnSpPr>
                  <a:cxnSpLocks/>
                </p:cNvCxnSpPr>
                <p:nvPr/>
              </p:nvCxnSpPr>
              <p:spPr>
                <a:xfrm flipV="1">
                  <a:off x="1958600" y="3632385"/>
                  <a:ext cx="16351" cy="906139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직선 연결선 148"/>
                <p:cNvCxnSpPr/>
                <p:nvPr/>
              </p:nvCxnSpPr>
              <p:spPr>
                <a:xfrm flipV="1">
                  <a:off x="2040709" y="3667545"/>
                  <a:ext cx="22135" cy="850769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직선 연결선 153"/>
                <p:cNvCxnSpPr/>
                <p:nvPr/>
              </p:nvCxnSpPr>
              <p:spPr>
                <a:xfrm flipH="1" flipV="1">
                  <a:off x="2342807" y="3441430"/>
                  <a:ext cx="589881" cy="493121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2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직선 연결선 154"/>
                <p:cNvCxnSpPr/>
                <p:nvPr/>
              </p:nvCxnSpPr>
              <p:spPr>
                <a:xfrm flipH="1" flipV="1">
                  <a:off x="2411012" y="3405889"/>
                  <a:ext cx="535029" cy="435171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직선 연결선 160"/>
                <p:cNvCxnSpPr/>
                <p:nvPr/>
              </p:nvCxnSpPr>
              <p:spPr>
                <a:xfrm flipH="1" flipV="1">
                  <a:off x="3438145" y="2475959"/>
                  <a:ext cx="748768" cy="480602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직선 연결선 164"/>
                <p:cNvCxnSpPr/>
                <p:nvPr/>
              </p:nvCxnSpPr>
              <p:spPr>
                <a:xfrm>
                  <a:off x="3394472" y="2514644"/>
                  <a:ext cx="715966" cy="461967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직선 연결선 167"/>
                <p:cNvCxnSpPr/>
                <p:nvPr/>
              </p:nvCxnSpPr>
              <p:spPr>
                <a:xfrm flipH="1">
                  <a:off x="4447491" y="2152653"/>
                  <a:ext cx="334974" cy="762056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직선 연결선 170"/>
                <p:cNvCxnSpPr/>
                <p:nvPr/>
              </p:nvCxnSpPr>
              <p:spPr>
                <a:xfrm flipV="1">
                  <a:off x="4495800" y="2245801"/>
                  <a:ext cx="331316" cy="710760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직선 연결선 173"/>
                <p:cNvCxnSpPr/>
                <p:nvPr/>
              </p:nvCxnSpPr>
              <p:spPr>
                <a:xfrm flipH="1" flipV="1">
                  <a:off x="5158772" y="2122379"/>
                  <a:ext cx="632428" cy="620821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직선 연결선 176"/>
                <p:cNvCxnSpPr/>
                <p:nvPr/>
              </p:nvCxnSpPr>
              <p:spPr>
                <a:xfrm>
                  <a:off x="5198658" y="2050689"/>
                  <a:ext cx="613221" cy="590992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직선 연결선 180"/>
                <p:cNvCxnSpPr>
                  <a:cxnSpLocks/>
                </p:cNvCxnSpPr>
                <p:nvPr/>
              </p:nvCxnSpPr>
              <p:spPr>
                <a:xfrm flipV="1">
                  <a:off x="3498997" y="3415514"/>
                  <a:ext cx="535029" cy="435171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직선 연결선 183"/>
                <p:cNvCxnSpPr/>
                <p:nvPr/>
              </p:nvCxnSpPr>
              <p:spPr>
                <a:xfrm flipH="1">
                  <a:off x="3573610" y="3426154"/>
                  <a:ext cx="541757" cy="452770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직선 연결선 186"/>
                <p:cNvCxnSpPr>
                  <a:cxnSpLocks/>
                </p:cNvCxnSpPr>
                <p:nvPr/>
              </p:nvCxnSpPr>
              <p:spPr>
                <a:xfrm flipH="1">
                  <a:off x="4680691" y="2963008"/>
                  <a:ext cx="928801" cy="200240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직선 연결선 189"/>
                <p:cNvCxnSpPr/>
                <p:nvPr/>
              </p:nvCxnSpPr>
              <p:spPr>
                <a:xfrm flipV="1">
                  <a:off x="4667265" y="3024552"/>
                  <a:ext cx="963916" cy="212595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직선 연결선 192"/>
                <p:cNvCxnSpPr/>
                <p:nvPr/>
              </p:nvCxnSpPr>
              <p:spPr>
                <a:xfrm flipH="1" flipV="1">
                  <a:off x="6247336" y="3192267"/>
                  <a:ext cx="467592" cy="525539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직선 연결선 195"/>
                <p:cNvCxnSpPr>
                  <a:cxnSpLocks/>
                </p:cNvCxnSpPr>
                <p:nvPr/>
              </p:nvCxnSpPr>
              <p:spPr>
                <a:xfrm>
                  <a:off x="6173114" y="3222866"/>
                  <a:ext cx="467592" cy="502114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V="1">
                  <a:off x="5382879" y="4166484"/>
                  <a:ext cx="998239" cy="251131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직선 연결선 209"/>
                <p:cNvCxnSpPr/>
                <p:nvPr/>
              </p:nvCxnSpPr>
              <p:spPr>
                <a:xfrm flipH="1">
                  <a:off x="5369291" y="4109083"/>
                  <a:ext cx="1025416" cy="262474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직선 연결선 214"/>
                <p:cNvCxnSpPr/>
                <p:nvPr/>
              </p:nvCxnSpPr>
              <p:spPr>
                <a:xfrm>
                  <a:off x="4562717" y="3523521"/>
                  <a:ext cx="390283" cy="667479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직선 연결선 215"/>
                <p:cNvCxnSpPr/>
                <p:nvPr/>
              </p:nvCxnSpPr>
              <p:spPr>
                <a:xfrm flipH="1" flipV="1">
                  <a:off x="4498065" y="3576469"/>
                  <a:ext cx="385945" cy="653460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직선 연결선 287"/>
                <p:cNvCxnSpPr/>
                <p:nvPr/>
              </p:nvCxnSpPr>
              <p:spPr>
                <a:xfrm>
                  <a:off x="3588290" y="4118739"/>
                  <a:ext cx="1069768" cy="374335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직선 연결선 288"/>
                <p:cNvCxnSpPr/>
                <p:nvPr/>
              </p:nvCxnSpPr>
              <p:spPr>
                <a:xfrm flipH="1" flipV="1">
                  <a:off x="3583005" y="4184065"/>
                  <a:ext cx="1055897" cy="369984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직선 연결선 326"/>
                <p:cNvCxnSpPr/>
                <p:nvPr/>
              </p:nvCxnSpPr>
              <p:spPr>
                <a:xfrm flipH="1">
                  <a:off x="2317124" y="4202807"/>
                  <a:ext cx="692828" cy="479964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직선 연결선 327"/>
                <p:cNvCxnSpPr/>
                <p:nvPr/>
              </p:nvCxnSpPr>
              <p:spPr>
                <a:xfrm flipV="1">
                  <a:off x="2356608" y="4258959"/>
                  <a:ext cx="671553" cy="468066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직선 연결선 342"/>
                <p:cNvCxnSpPr/>
                <p:nvPr/>
              </p:nvCxnSpPr>
              <p:spPr>
                <a:xfrm flipH="1">
                  <a:off x="5219844" y="3191256"/>
                  <a:ext cx="647556" cy="980580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6" name="직선 연결선 345"/>
                <p:cNvCxnSpPr/>
                <p:nvPr/>
              </p:nvCxnSpPr>
              <p:spPr>
                <a:xfrm flipV="1">
                  <a:off x="5264887" y="3294615"/>
                  <a:ext cx="631711" cy="935314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4" name="TextBox 353"/>
                <p:cNvSpPr txBox="1"/>
                <p:nvPr/>
              </p:nvSpPr>
              <p:spPr>
                <a:xfrm>
                  <a:off x="4450096" y="2378574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4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355" name="TextBox 354"/>
                <p:cNvSpPr txBox="1"/>
                <p:nvPr/>
              </p:nvSpPr>
              <p:spPr>
                <a:xfrm>
                  <a:off x="3631959" y="2750507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2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356" name="TextBox 355"/>
                <p:cNvSpPr txBox="1"/>
                <p:nvPr/>
              </p:nvSpPr>
              <p:spPr>
                <a:xfrm>
                  <a:off x="3672846" y="3398644"/>
                  <a:ext cx="141143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squar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357" name="TextBox 356"/>
                <p:cNvSpPr txBox="1"/>
                <p:nvPr/>
              </p:nvSpPr>
              <p:spPr>
                <a:xfrm>
                  <a:off x="5043202" y="2848976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2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358" name="TextBox 357"/>
                <p:cNvSpPr txBox="1"/>
                <p:nvPr/>
              </p:nvSpPr>
              <p:spPr>
                <a:xfrm>
                  <a:off x="1791687" y="3942240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cxnSp>
              <p:nvCxnSpPr>
                <p:cNvPr id="376" name="직선 연결선 375"/>
                <p:cNvCxnSpPr/>
                <p:nvPr/>
              </p:nvCxnSpPr>
              <p:spPr>
                <a:xfrm>
                  <a:off x="3129641" y="2613306"/>
                  <a:ext cx="29374" cy="1074684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직선 연결선 378"/>
                <p:cNvCxnSpPr/>
                <p:nvPr/>
              </p:nvCxnSpPr>
              <p:spPr>
                <a:xfrm flipH="1" flipV="1">
                  <a:off x="3211008" y="2670846"/>
                  <a:ext cx="22041" cy="1006909"/>
                </a:xfrm>
                <a:prstGeom prst="lin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1" name="TextBox 390"/>
                <p:cNvSpPr txBox="1"/>
                <p:nvPr/>
              </p:nvSpPr>
              <p:spPr>
                <a:xfrm>
                  <a:off x="2427880" y="2551381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4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392" name="TextBox 391"/>
                <p:cNvSpPr txBox="1"/>
                <p:nvPr/>
              </p:nvSpPr>
              <p:spPr>
                <a:xfrm>
                  <a:off x="2626603" y="2817747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393" name="TextBox 392"/>
                <p:cNvSpPr txBox="1"/>
                <p:nvPr/>
              </p:nvSpPr>
              <p:spPr>
                <a:xfrm>
                  <a:off x="5543024" y="2162151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394" name="TextBox 393"/>
                <p:cNvSpPr txBox="1"/>
                <p:nvPr/>
              </p:nvSpPr>
              <p:spPr>
                <a:xfrm>
                  <a:off x="5302335" y="2386492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squar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395" name="TextBox 394"/>
                <p:cNvSpPr txBox="1"/>
                <p:nvPr/>
              </p:nvSpPr>
              <p:spPr>
                <a:xfrm>
                  <a:off x="5783204" y="4030790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4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396" name="TextBox 395"/>
                <p:cNvSpPr txBox="1"/>
                <p:nvPr/>
              </p:nvSpPr>
              <p:spPr>
                <a:xfrm>
                  <a:off x="4786329" y="3657888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397" name="TextBox 396"/>
                <p:cNvSpPr txBox="1"/>
                <p:nvPr/>
              </p:nvSpPr>
              <p:spPr>
                <a:xfrm>
                  <a:off x="4089142" y="4080944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01" name="TextBox 400"/>
                <p:cNvSpPr txBox="1"/>
                <p:nvPr/>
              </p:nvSpPr>
              <p:spPr>
                <a:xfrm>
                  <a:off x="2529892" y="4293452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02" name="TextBox 401"/>
                <p:cNvSpPr txBox="1"/>
                <p:nvPr/>
              </p:nvSpPr>
              <p:spPr>
                <a:xfrm>
                  <a:off x="2698137" y="4495135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2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03" name="TextBox 402"/>
                <p:cNvSpPr txBox="1"/>
                <p:nvPr/>
              </p:nvSpPr>
              <p:spPr>
                <a:xfrm>
                  <a:off x="2087385" y="3924417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4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08" name="TextBox 407"/>
                <p:cNvSpPr txBox="1"/>
                <p:nvPr/>
              </p:nvSpPr>
              <p:spPr>
                <a:xfrm>
                  <a:off x="4750724" y="2504042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09" name="TextBox 408"/>
                <p:cNvSpPr txBox="1"/>
                <p:nvPr/>
              </p:nvSpPr>
              <p:spPr>
                <a:xfrm>
                  <a:off x="5425895" y="3505559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4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10" name="TextBox 409"/>
                <p:cNvSpPr txBox="1"/>
                <p:nvPr/>
              </p:nvSpPr>
              <p:spPr>
                <a:xfrm>
                  <a:off x="5719539" y="3619092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4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20" name="TextBox 419"/>
                <p:cNvSpPr txBox="1"/>
                <p:nvPr/>
              </p:nvSpPr>
              <p:spPr>
                <a:xfrm>
                  <a:off x="6479207" y="3248863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21" name="TextBox 420"/>
                <p:cNvSpPr txBox="1"/>
                <p:nvPr/>
              </p:nvSpPr>
              <p:spPr>
                <a:xfrm>
                  <a:off x="6276534" y="3471010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30" name="TextBox 429"/>
                <p:cNvSpPr txBox="1"/>
                <p:nvPr/>
              </p:nvSpPr>
              <p:spPr>
                <a:xfrm>
                  <a:off x="3991678" y="4387695"/>
                  <a:ext cx="84696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squar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4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31" name="TextBox 430"/>
                <p:cNvSpPr txBox="1"/>
                <p:nvPr/>
              </p:nvSpPr>
              <p:spPr>
                <a:xfrm>
                  <a:off x="3865170" y="3678964"/>
                  <a:ext cx="164911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squar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33" name="TextBox 432"/>
                <p:cNvSpPr txBox="1"/>
                <p:nvPr/>
              </p:nvSpPr>
              <p:spPr>
                <a:xfrm>
                  <a:off x="2651646" y="3438780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34" name="TextBox 433"/>
                <p:cNvSpPr txBox="1"/>
                <p:nvPr/>
              </p:nvSpPr>
              <p:spPr>
                <a:xfrm>
                  <a:off x="2510194" y="3677755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35" name="TextBox 434"/>
                <p:cNvSpPr txBox="1"/>
                <p:nvPr/>
              </p:nvSpPr>
              <p:spPr>
                <a:xfrm>
                  <a:off x="3281129" y="3078541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36" name="TextBox 435"/>
                <p:cNvSpPr txBox="1"/>
                <p:nvPr/>
              </p:nvSpPr>
              <p:spPr>
                <a:xfrm>
                  <a:off x="2944319" y="3091298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4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37" name="TextBox 436"/>
                <p:cNvSpPr txBox="1"/>
                <p:nvPr/>
              </p:nvSpPr>
              <p:spPr>
                <a:xfrm>
                  <a:off x="3785052" y="2504042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38" name="TextBox 437"/>
                <p:cNvSpPr txBox="1"/>
                <p:nvPr/>
              </p:nvSpPr>
              <p:spPr>
                <a:xfrm>
                  <a:off x="5050647" y="3170874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439" name="TextBox 438"/>
                <p:cNvSpPr txBox="1"/>
                <p:nvPr/>
              </p:nvSpPr>
              <p:spPr>
                <a:xfrm>
                  <a:off x="4476372" y="3782695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3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83" name="TextBox 82"/>
                <p:cNvSpPr txBox="1"/>
                <p:nvPr/>
              </p:nvSpPr>
              <p:spPr>
                <a:xfrm>
                  <a:off x="5791200" y="4343400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4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3991786" y="2075431"/>
                  <a:ext cx="9778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vert="horz" wrap="none" lIns="0" tIns="0" rIns="0" bIns="0" rtlCol="0" anchor="ctr">
                  <a:spAutoFit/>
                </a:bodyPr>
                <a:lstStyle/>
                <a:p>
                  <a:r>
                    <a:rPr lang="en-US" altLang="ko-KR" sz="1200">
                      <a:solidFill>
                        <a:srgbClr val="000000"/>
                      </a:solidFill>
                      <a:latin typeface="MS Reference Sans Serif"/>
                      <a:ea typeface="돋움체"/>
                    </a:rPr>
                    <a:t>2</a:t>
                  </a:r>
                  <a:endParaRPr lang="ko-KR" altLang="en-US" sz="1200" dirty="0">
                    <a:solidFill>
                      <a:srgbClr val="000000"/>
                    </a:solidFill>
                    <a:latin typeface="MS Reference Sans Serif"/>
                    <a:ea typeface="돋움체"/>
                  </a:endParaRPr>
                </a:p>
              </p:txBody>
            </p: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B150799-E835-497D-8C36-AD862E4D95F8}"/>
                  </a:ext>
                </a:extLst>
              </p:cNvPr>
              <p:cNvSpPr txBox="1"/>
              <p:nvPr/>
            </p:nvSpPr>
            <p:spPr>
              <a:xfrm>
                <a:off x="1707262" y="5299334"/>
                <a:ext cx="478016" cy="215444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RP(7)</a:t>
                </a:r>
                <a:endParaRPr lang="en-US" sz="8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3AAC541-6EB2-4BE7-A436-2833121DC6A9}"/>
                  </a:ext>
                </a:extLst>
              </p:cNvPr>
              <p:cNvSpPr txBox="1"/>
              <p:nvPr/>
            </p:nvSpPr>
            <p:spPr>
              <a:xfrm>
                <a:off x="5817323" y="2502363"/>
                <a:ext cx="758541" cy="215444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r>
                  <a:rPr lang="en-US" sz="800">
                    <a:solidFill>
                      <a:srgbClr val="FF0000"/>
                    </a:solidFill>
                    <a:latin typeface="MS Reference Sans Serif"/>
                    <a:ea typeface="돋움체"/>
                  </a:rPr>
                  <a:t>RE(1, 1, 3)</a:t>
                </a:r>
                <a:endParaRPr lang="en-US" sz="800" dirty="0">
                  <a:solidFill>
                    <a:srgbClr val="FF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B7B0D21-EEEC-4288-B83E-E614E6900964}"/>
                  </a:ext>
                </a:extLst>
              </p:cNvPr>
              <p:cNvSpPr txBox="1"/>
              <p:nvPr/>
            </p:nvSpPr>
            <p:spPr>
              <a:xfrm>
                <a:off x="2862954" y="1814512"/>
                <a:ext cx="758541" cy="215444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r>
                  <a:rPr lang="en-US" sz="800">
                    <a:solidFill>
                      <a:srgbClr val="FF0000"/>
                    </a:solidFill>
                    <a:latin typeface="MS Reference Sans Serif"/>
                    <a:ea typeface="돋움체"/>
                  </a:rPr>
                  <a:t>RE(1, 1, 2)</a:t>
                </a:r>
                <a:endParaRPr lang="en-US" sz="1000" dirty="0">
                  <a:solidFill>
                    <a:srgbClr val="FF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2D42B01-3368-49D4-A73E-9EE12A017599}"/>
                  </a:ext>
                </a:extLst>
              </p:cNvPr>
              <p:cNvSpPr txBox="1"/>
              <p:nvPr/>
            </p:nvSpPr>
            <p:spPr>
              <a:xfrm>
                <a:off x="5140986" y="1678335"/>
                <a:ext cx="758541" cy="215444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r>
                  <a:rPr lang="en-US" sz="800">
                    <a:solidFill>
                      <a:srgbClr val="FF0000"/>
                    </a:solidFill>
                    <a:latin typeface="MS Reference Sans Serif"/>
                    <a:ea typeface="돋움체"/>
                  </a:rPr>
                  <a:t>RE(0, 0, 0)</a:t>
                </a:r>
                <a:endParaRPr lang="en-US" sz="1000" dirty="0">
                  <a:solidFill>
                    <a:srgbClr val="FF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C57AE0B-0838-4EAF-B390-3FCB440AE45F}"/>
                  </a:ext>
                </a:extLst>
              </p:cNvPr>
              <p:cNvSpPr txBox="1"/>
              <p:nvPr/>
            </p:nvSpPr>
            <p:spPr>
              <a:xfrm>
                <a:off x="1336784" y="2847684"/>
                <a:ext cx="758541" cy="215444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r>
                  <a:rPr lang="en-US" sz="800">
                    <a:solidFill>
                      <a:srgbClr val="FF0000"/>
                    </a:solidFill>
                    <a:latin typeface="MS Reference Sans Serif"/>
                    <a:ea typeface="돋움체"/>
                  </a:rPr>
                  <a:t>RE(2, 2, 6)</a:t>
                </a:r>
                <a:endParaRPr lang="en-US" sz="1000" dirty="0">
                  <a:solidFill>
                    <a:srgbClr val="FF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E975747B-7B0D-4E26-8B59-6847F719F0EB}"/>
                  </a:ext>
                </a:extLst>
              </p:cNvPr>
              <p:cNvSpPr txBox="1"/>
              <p:nvPr/>
            </p:nvSpPr>
            <p:spPr>
              <a:xfrm>
                <a:off x="2993211" y="4353878"/>
                <a:ext cx="758541" cy="215444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r>
                  <a:rPr lang="en-US" sz="800">
                    <a:solidFill>
                      <a:srgbClr val="FF0000"/>
                    </a:solidFill>
                    <a:latin typeface="MS Reference Sans Serif"/>
                    <a:ea typeface="돋움체"/>
                  </a:rPr>
                  <a:t>RE(2, 2, 6)</a:t>
                </a:r>
                <a:endParaRPr lang="en-US" sz="1000" dirty="0">
                  <a:solidFill>
                    <a:srgbClr val="FF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67892CE-4F90-495E-99AF-0C069077AD2C}"/>
                  </a:ext>
                </a:extLst>
              </p:cNvPr>
              <p:cNvSpPr txBox="1"/>
              <p:nvPr/>
            </p:nvSpPr>
            <p:spPr>
              <a:xfrm>
                <a:off x="5181600" y="4532563"/>
                <a:ext cx="758541" cy="215444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r>
                  <a:rPr lang="en-US" sz="800">
                    <a:solidFill>
                      <a:srgbClr val="FF0000"/>
                    </a:solidFill>
                    <a:latin typeface="MS Reference Sans Serif"/>
                    <a:ea typeface="돋움체"/>
                  </a:rPr>
                  <a:t>RE(4, 2, 7)</a:t>
                </a:r>
                <a:endParaRPr lang="en-US" sz="1000" dirty="0">
                  <a:solidFill>
                    <a:srgbClr val="FF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52F487E-5C66-4E87-AD46-32429968CB2E}"/>
                  </a:ext>
                </a:extLst>
              </p:cNvPr>
              <p:cNvSpPr txBox="1"/>
              <p:nvPr/>
            </p:nvSpPr>
            <p:spPr>
              <a:xfrm>
                <a:off x="6740788" y="3667545"/>
                <a:ext cx="758541" cy="215444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r>
                  <a:rPr lang="en-US" sz="800">
                    <a:solidFill>
                      <a:srgbClr val="FF0000"/>
                    </a:solidFill>
                    <a:latin typeface="MS Reference Sans Serif"/>
                    <a:ea typeface="돋움체"/>
                  </a:rPr>
                  <a:t>RE(6, 2, 6)</a:t>
                </a:r>
                <a:endParaRPr lang="en-US" sz="1000" dirty="0">
                  <a:solidFill>
                    <a:srgbClr val="FF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623D718-733F-4B4E-95D4-B2B7EC53B6B8}"/>
                  </a:ext>
                </a:extLst>
              </p:cNvPr>
              <p:cNvSpPr txBox="1"/>
              <p:nvPr/>
            </p:nvSpPr>
            <p:spPr>
              <a:xfrm>
                <a:off x="1114099" y="4727025"/>
                <a:ext cx="758541" cy="215444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r>
                  <a:rPr lang="en-US" sz="800">
                    <a:solidFill>
                      <a:srgbClr val="FF0000"/>
                    </a:solidFill>
                    <a:latin typeface="MS Reference Sans Serif"/>
                    <a:ea typeface="돋움체"/>
                  </a:rPr>
                  <a:t>RE(3, 3, 9)</a:t>
                </a:r>
                <a:endParaRPr lang="en-US" sz="1000" dirty="0">
                  <a:solidFill>
                    <a:srgbClr val="FF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D9FB9B9-4A90-4905-B2F7-09BF49E92F19}"/>
                  </a:ext>
                </a:extLst>
              </p:cNvPr>
              <p:cNvSpPr txBox="1"/>
              <p:nvPr/>
            </p:nvSpPr>
            <p:spPr>
              <a:xfrm>
                <a:off x="4423059" y="2908756"/>
                <a:ext cx="758541" cy="215444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r>
                  <a:rPr lang="en-US" sz="800">
                    <a:solidFill>
                      <a:srgbClr val="FF0000"/>
                    </a:solidFill>
                    <a:latin typeface="MS Reference Sans Serif"/>
                    <a:ea typeface="돋움체"/>
                  </a:rPr>
                  <a:t>RE(1, 1, 4)</a:t>
                </a:r>
                <a:endParaRPr lang="en-US" sz="800" dirty="0">
                  <a:solidFill>
                    <a:srgbClr val="FF0000"/>
                  </a:solidFill>
                  <a:latin typeface="MS Reference Sans Serif"/>
                  <a:ea typeface="돋움체"/>
                </a:endParaRPr>
              </a:p>
            </p:txBody>
          </p:sp>
        </p:grp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5AF5CB5C-5154-45A5-9250-C245ECFC58A8}"/>
              </a:ext>
            </a:extLst>
          </p:cNvPr>
          <p:cNvSpPr txBox="1"/>
          <p:nvPr/>
        </p:nvSpPr>
        <p:spPr>
          <a:xfrm>
            <a:off x="209304" y="550184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>
                <a:solidFill>
                  <a:srgbClr val="000000"/>
                </a:solidFill>
                <a:latin typeface="MS Reference Sans Serif"/>
                <a:ea typeface="돋움체"/>
              </a:rPr>
              <a:t>Example Network</a:t>
            </a:r>
            <a:endParaRPr lang="ko-KR" altLang="en-US" sz="2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97" name="TextBox 2">
            <a:extLst>
              <a:ext uri="{FF2B5EF4-FFF2-40B4-BE49-F238E27FC236}">
                <a16:creationId xmlns:a16="http://schemas.microsoft.com/office/drawing/2014/main" id="{2882A16F-5AE3-441B-84E4-F3A275F21B65}"/>
              </a:ext>
            </a:extLst>
          </p:cNvPr>
          <p:cNvSpPr txBox="1"/>
          <p:nvPr/>
        </p:nvSpPr>
        <p:spPr>
          <a:xfrm>
            <a:off x="1279125" y="5893461"/>
            <a:ext cx="94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ym typeface="Wingdings" panose="05000000000000000000" pitchFamily="2" charset="2"/>
              </a:rPr>
              <a:t>Node 7 choose parent is 3 as RE information  Send RP(7) to Node 3</a:t>
            </a:r>
          </a:p>
        </p:txBody>
      </p:sp>
    </p:spTree>
    <p:extLst>
      <p:ext uri="{BB962C8B-B14F-4D97-AF65-F5344CB8AC3E}">
        <p14:creationId xmlns:p14="http://schemas.microsoft.com/office/powerpoint/2010/main" val="270115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98D04C8-E0E8-4B73-9974-43B77B25C354}"/>
              </a:ext>
            </a:extLst>
          </p:cNvPr>
          <p:cNvGrpSpPr/>
          <p:nvPr/>
        </p:nvGrpSpPr>
        <p:grpSpPr>
          <a:xfrm>
            <a:off x="2638099" y="1353739"/>
            <a:ext cx="6385230" cy="4185291"/>
            <a:chOff x="1114099" y="1353738"/>
            <a:chExt cx="6385230" cy="418529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DF40DB0-0F30-4F79-AF1E-426F3B754CCF}"/>
                </a:ext>
              </a:extLst>
            </p:cNvPr>
            <p:cNvGrpSpPr/>
            <p:nvPr/>
          </p:nvGrpSpPr>
          <p:grpSpPr>
            <a:xfrm>
              <a:off x="1791687" y="1600200"/>
              <a:ext cx="5145284" cy="3479292"/>
              <a:chOff x="1791687" y="1600200"/>
              <a:chExt cx="5145284" cy="3479292"/>
            </a:xfrm>
          </p:grpSpPr>
          <p:sp>
            <p:nvSpPr>
              <p:cNvPr id="5" name="타원 4"/>
              <p:cNvSpPr/>
              <p:nvPr/>
            </p:nvSpPr>
            <p:spPr>
              <a:xfrm>
                <a:off x="4724400" y="160020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1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6" name="타원 5"/>
              <p:cNvSpPr/>
              <p:nvPr/>
            </p:nvSpPr>
            <p:spPr>
              <a:xfrm>
                <a:off x="4109222" y="302995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7" name="타원 6"/>
              <p:cNvSpPr/>
              <p:nvPr/>
            </p:nvSpPr>
            <p:spPr>
              <a:xfrm>
                <a:off x="1827777" y="304619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" name="타원 7"/>
              <p:cNvSpPr/>
              <p:nvPr/>
            </p:nvSpPr>
            <p:spPr>
              <a:xfrm>
                <a:off x="1837944" y="462229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7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9" name="타원 8"/>
              <p:cNvSpPr/>
              <p:nvPr/>
            </p:nvSpPr>
            <p:spPr>
              <a:xfrm>
                <a:off x="3019925" y="375022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5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7" name="타원 16"/>
              <p:cNvSpPr/>
              <p:nvPr/>
            </p:nvSpPr>
            <p:spPr>
              <a:xfrm>
                <a:off x="5783580" y="273405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6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8" name="타원 17"/>
              <p:cNvSpPr/>
              <p:nvPr/>
            </p:nvSpPr>
            <p:spPr>
              <a:xfrm>
                <a:off x="4786174" y="431509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9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9" name="타원 18"/>
              <p:cNvSpPr/>
              <p:nvPr/>
            </p:nvSpPr>
            <p:spPr>
              <a:xfrm>
                <a:off x="6479771" y="380390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8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28" name="타원 27"/>
              <p:cNvSpPr/>
              <p:nvPr/>
            </p:nvSpPr>
            <p:spPr>
              <a:xfrm>
                <a:off x="2944368" y="204216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32" name="직선 연결선 31"/>
              <p:cNvCxnSpPr/>
              <p:nvPr/>
            </p:nvCxnSpPr>
            <p:spPr>
              <a:xfrm flipV="1">
                <a:off x="3472941" y="1827495"/>
                <a:ext cx="1165961" cy="3032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TextBox 212"/>
              <p:cNvSpPr txBox="1"/>
              <p:nvPr/>
            </p:nvSpPr>
            <p:spPr>
              <a:xfrm>
                <a:off x="3949315" y="178615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139" name="직선 연결선 138"/>
              <p:cNvCxnSpPr/>
              <p:nvPr/>
            </p:nvCxnSpPr>
            <p:spPr>
              <a:xfrm flipV="1">
                <a:off x="3429000" y="1905000"/>
                <a:ext cx="1165961" cy="3032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V="1">
                <a:off x="2248662" y="2429344"/>
                <a:ext cx="659129" cy="57755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flipV="1">
                <a:off x="2286000" y="2470876"/>
                <a:ext cx="671030" cy="57712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V="1">
                <a:off x="1958600" y="3632385"/>
                <a:ext cx="16351" cy="90613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flipV="1">
                <a:off x="2040709" y="3667545"/>
                <a:ext cx="22135" cy="85076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 flipV="1">
                <a:off x="2342807" y="3441430"/>
                <a:ext cx="589881" cy="49312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flipH="1" flipV="1">
                <a:off x="2411012" y="3405889"/>
                <a:ext cx="535029" cy="43517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 flipV="1">
                <a:off x="3438145" y="2475959"/>
                <a:ext cx="748768" cy="48060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>
                <a:off x="3394472" y="2514644"/>
                <a:ext cx="715966" cy="461967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flipH="1">
                <a:off x="4447491" y="2152653"/>
                <a:ext cx="334974" cy="762056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flipV="1">
                <a:off x="4495800" y="2245801"/>
                <a:ext cx="331316" cy="71076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 flipV="1">
                <a:off x="5158772" y="2122379"/>
                <a:ext cx="632428" cy="62082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>
                <a:off x="5198658" y="2050689"/>
                <a:ext cx="613221" cy="59099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>
                <a:cxnSpLocks/>
              </p:cNvCxnSpPr>
              <p:nvPr/>
            </p:nvCxnSpPr>
            <p:spPr>
              <a:xfrm flipV="1">
                <a:off x="3498997" y="3415514"/>
                <a:ext cx="535029" cy="43517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flipH="1">
                <a:off x="3573610" y="3426154"/>
                <a:ext cx="541757" cy="45277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/>
              <p:cNvCxnSpPr>
                <a:cxnSpLocks/>
              </p:cNvCxnSpPr>
              <p:nvPr/>
            </p:nvCxnSpPr>
            <p:spPr>
              <a:xfrm flipH="1">
                <a:off x="4680691" y="2963008"/>
                <a:ext cx="928801" cy="20024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flipV="1">
                <a:off x="4667265" y="3024552"/>
                <a:ext cx="963916" cy="21259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직선 연결선 192"/>
              <p:cNvCxnSpPr/>
              <p:nvPr/>
            </p:nvCxnSpPr>
            <p:spPr>
              <a:xfrm flipH="1" flipV="1">
                <a:off x="6247336" y="3192267"/>
                <a:ext cx="467592" cy="52553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직선 연결선 195"/>
              <p:cNvCxnSpPr>
                <a:cxnSpLocks/>
              </p:cNvCxnSpPr>
              <p:nvPr/>
            </p:nvCxnSpPr>
            <p:spPr>
              <a:xfrm>
                <a:off x="6173114" y="3222866"/>
                <a:ext cx="467592" cy="50211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V="1">
                <a:off x="5382879" y="4166484"/>
                <a:ext cx="998239" cy="25113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직선 연결선 209"/>
              <p:cNvCxnSpPr/>
              <p:nvPr/>
            </p:nvCxnSpPr>
            <p:spPr>
              <a:xfrm flipH="1">
                <a:off x="5369291" y="4109083"/>
                <a:ext cx="1025416" cy="26247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>
                <a:off x="4562717" y="3523521"/>
                <a:ext cx="390283" cy="66747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/>
              <p:cNvCxnSpPr/>
              <p:nvPr/>
            </p:nvCxnSpPr>
            <p:spPr>
              <a:xfrm flipH="1" flipV="1">
                <a:off x="4498065" y="3576469"/>
                <a:ext cx="385945" cy="65346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직선 연결선 287"/>
              <p:cNvCxnSpPr/>
              <p:nvPr/>
            </p:nvCxnSpPr>
            <p:spPr>
              <a:xfrm>
                <a:off x="3588290" y="4118739"/>
                <a:ext cx="1069768" cy="37433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직선 연결선 288"/>
              <p:cNvCxnSpPr/>
              <p:nvPr/>
            </p:nvCxnSpPr>
            <p:spPr>
              <a:xfrm flipH="1" flipV="1">
                <a:off x="3583005" y="4184065"/>
                <a:ext cx="1055897" cy="36998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직선 연결선 326"/>
              <p:cNvCxnSpPr/>
              <p:nvPr/>
            </p:nvCxnSpPr>
            <p:spPr>
              <a:xfrm flipH="1">
                <a:off x="2317124" y="4202807"/>
                <a:ext cx="692828" cy="47996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직선 연결선 327"/>
              <p:cNvCxnSpPr/>
              <p:nvPr/>
            </p:nvCxnSpPr>
            <p:spPr>
              <a:xfrm flipV="1">
                <a:off x="2356608" y="4258959"/>
                <a:ext cx="671553" cy="468066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직선 연결선 342"/>
              <p:cNvCxnSpPr/>
              <p:nvPr/>
            </p:nvCxnSpPr>
            <p:spPr>
              <a:xfrm flipH="1">
                <a:off x="5219844" y="3191256"/>
                <a:ext cx="647556" cy="98058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직선 연결선 345"/>
              <p:cNvCxnSpPr/>
              <p:nvPr/>
            </p:nvCxnSpPr>
            <p:spPr>
              <a:xfrm flipV="1">
                <a:off x="5264887" y="3294615"/>
                <a:ext cx="631711" cy="93531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4" name="TextBox 353"/>
              <p:cNvSpPr txBox="1"/>
              <p:nvPr/>
            </p:nvSpPr>
            <p:spPr>
              <a:xfrm>
                <a:off x="4450096" y="237857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5" name="TextBox 354"/>
              <p:cNvSpPr txBox="1"/>
              <p:nvPr/>
            </p:nvSpPr>
            <p:spPr>
              <a:xfrm>
                <a:off x="3631959" y="275050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6" name="TextBox 355"/>
              <p:cNvSpPr txBox="1"/>
              <p:nvPr/>
            </p:nvSpPr>
            <p:spPr>
              <a:xfrm>
                <a:off x="3672846" y="3398644"/>
                <a:ext cx="141143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7" name="TextBox 356"/>
              <p:cNvSpPr txBox="1"/>
              <p:nvPr/>
            </p:nvSpPr>
            <p:spPr>
              <a:xfrm>
                <a:off x="5043202" y="2848976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8" name="TextBox 357"/>
              <p:cNvSpPr txBox="1"/>
              <p:nvPr/>
            </p:nvSpPr>
            <p:spPr>
              <a:xfrm>
                <a:off x="1791687" y="394224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376" name="직선 연결선 375"/>
              <p:cNvCxnSpPr/>
              <p:nvPr/>
            </p:nvCxnSpPr>
            <p:spPr>
              <a:xfrm>
                <a:off x="3129641" y="2613306"/>
                <a:ext cx="29374" cy="107468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직선 연결선 378"/>
              <p:cNvCxnSpPr/>
              <p:nvPr/>
            </p:nvCxnSpPr>
            <p:spPr>
              <a:xfrm flipH="1" flipV="1">
                <a:off x="3211008" y="2670846"/>
                <a:ext cx="22041" cy="10069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1" name="TextBox 390"/>
              <p:cNvSpPr txBox="1"/>
              <p:nvPr/>
            </p:nvSpPr>
            <p:spPr>
              <a:xfrm>
                <a:off x="2427880" y="255138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2" name="TextBox 391"/>
              <p:cNvSpPr txBox="1"/>
              <p:nvPr/>
            </p:nvSpPr>
            <p:spPr>
              <a:xfrm>
                <a:off x="2626603" y="281774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3" name="TextBox 392"/>
              <p:cNvSpPr txBox="1"/>
              <p:nvPr/>
            </p:nvSpPr>
            <p:spPr>
              <a:xfrm>
                <a:off x="5543024" y="216215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4" name="TextBox 393"/>
              <p:cNvSpPr txBox="1"/>
              <p:nvPr/>
            </p:nvSpPr>
            <p:spPr>
              <a:xfrm>
                <a:off x="5302335" y="238649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5" name="TextBox 394"/>
              <p:cNvSpPr txBox="1"/>
              <p:nvPr/>
            </p:nvSpPr>
            <p:spPr>
              <a:xfrm>
                <a:off x="5783204" y="403079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6" name="TextBox 395"/>
              <p:cNvSpPr txBox="1"/>
              <p:nvPr/>
            </p:nvSpPr>
            <p:spPr>
              <a:xfrm>
                <a:off x="4786329" y="3657888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7" name="TextBox 396"/>
              <p:cNvSpPr txBox="1"/>
              <p:nvPr/>
            </p:nvSpPr>
            <p:spPr>
              <a:xfrm>
                <a:off x="4089142" y="408094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1" name="TextBox 400"/>
              <p:cNvSpPr txBox="1"/>
              <p:nvPr/>
            </p:nvSpPr>
            <p:spPr>
              <a:xfrm>
                <a:off x="2529892" y="429345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2" name="TextBox 401"/>
              <p:cNvSpPr txBox="1"/>
              <p:nvPr/>
            </p:nvSpPr>
            <p:spPr>
              <a:xfrm>
                <a:off x="2698137" y="449513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3" name="TextBox 402"/>
              <p:cNvSpPr txBox="1"/>
              <p:nvPr/>
            </p:nvSpPr>
            <p:spPr>
              <a:xfrm>
                <a:off x="2087385" y="392441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8" name="TextBox 407"/>
              <p:cNvSpPr txBox="1"/>
              <p:nvPr/>
            </p:nvSpPr>
            <p:spPr>
              <a:xfrm>
                <a:off x="4750724" y="250404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9" name="TextBox 408"/>
              <p:cNvSpPr txBox="1"/>
              <p:nvPr/>
            </p:nvSpPr>
            <p:spPr>
              <a:xfrm>
                <a:off x="5425895" y="3505559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10" name="TextBox 409"/>
              <p:cNvSpPr txBox="1"/>
              <p:nvPr/>
            </p:nvSpPr>
            <p:spPr>
              <a:xfrm>
                <a:off x="5719539" y="361909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20" name="TextBox 419"/>
              <p:cNvSpPr txBox="1"/>
              <p:nvPr/>
            </p:nvSpPr>
            <p:spPr>
              <a:xfrm>
                <a:off x="6479207" y="3248863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21" name="TextBox 420"/>
              <p:cNvSpPr txBox="1"/>
              <p:nvPr/>
            </p:nvSpPr>
            <p:spPr>
              <a:xfrm>
                <a:off x="6276534" y="347101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0" name="TextBox 429"/>
              <p:cNvSpPr txBox="1"/>
              <p:nvPr/>
            </p:nvSpPr>
            <p:spPr>
              <a:xfrm>
                <a:off x="3991678" y="4387695"/>
                <a:ext cx="84696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1" name="TextBox 430"/>
              <p:cNvSpPr txBox="1"/>
              <p:nvPr/>
            </p:nvSpPr>
            <p:spPr>
              <a:xfrm>
                <a:off x="3865170" y="3678964"/>
                <a:ext cx="164911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3" name="TextBox 432"/>
              <p:cNvSpPr txBox="1"/>
              <p:nvPr/>
            </p:nvSpPr>
            <p:spPr>
              <a:xfrm>
                <a:off x="2651646" y="343878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4" name="TextBox 433"/>
              <p:cNvSpPr txBox="1"/>
              <p:nvPr/>
            </p:nvSpPr>
            <p:spPr>
              <a:xfrm>
                <a:off x="2510194" y="367775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5" name="TextBox 434"/>
              <p:cNvSpPr txBox="1"/>
              <p:nvPr/>
            </p:nvSpPr>
            <p:spPr>
              <a:xfrm>
                <a:off x="3281129" y="307854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6" name="TextBox 435"/>
              <p:cNvSpPr txBox="1"/>
              <p:nvPr/>
            </p:nvSpPr>
            <p:spPr>
              <a:xfrm>
                <a:off x="2944319" y="3091298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7" name="TextBox 436"/>
              <p:cNvSpPr txBox="1"/>
              <p:nvPr/>
            </p:nvSpPr>
            <p:spPr>
              <a:xfrm>
                <a:off x="3785052" y="250404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8" name="TextBox 437"/>
              <p:cNvSpPr txBox="1"/>
              <p:nvPr/>
            </p:nvSpPr>
            <p:spPr>
              <a:xfrm>
                <a:off x="5050647" y="317087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9" name="TextBox 438"/>
              <p:cNvSpPr txBox="1"/>
              <p:nvPr/>
            </p:nvSpPr>
            <p:spPr>
              <a:xfrm>
                <a:off x="4476372" y="378269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5791200" y="434340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3991786" y="207543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0474B5C-4089-4C20-AD25-288D0C7F14F2}"/>
                </a:ext>
              </a:extLst>
            </p:cNvPr>
            <p:cNvSpPr/>
            <p:nvPr/>
          </p:nvSpPr>
          <p:spPr bwMode="auto">
            <a:xfrm rot="2005373">
              <a:off x="1123057" y="1353738"/>
              <a:ext cx="3002232" cy="4185291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algn="ctr" fontAlgn="base" latinLnBrk="1">
                <a:spcBef>
                  <a:spcPct val="0"/>
                </a:spcBef>
                <a:spcAft>
                  <a:spcPct val="0"/>
                </a:spcAft>
              </a:pPr>
              <a:endParaRPr kumimoji="1" lang="en-US" sz="1600" dirty="0">
                <a:solidFill>
                  <a:srgbClr val="000000"/>
                </a:solidFill>
                <a:latin typeface="MS Reference Sans Serif"/>
                <a:ea typeface="굴림" pitchFamily="50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B150799-E835-497D-8C36-AD862E4D95F8}"/>
                </a:ext>
              </a:extLst>
            </p:cNvPr>
            <p:cNvSpPr txBox="1"/>
            <p:nvPr/>
          </p:nvSpPr>
          <p:spPr>
            <a:xfrm>
              <a:off x="1574879" y="2325317"/>
              <a:ext cx="1065412" cy="215444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MS Reference Sans Serif"/>
                  <a:ea typeface="돋움체"/>
                </a:rPr>
                <a:t>RP(7,3)</a:t>
              </a:r>
              <a:endParaRPr lang="en-US" sz="8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3AAC541-6EB2-4BE7-A436-2833121DC6A9}"/>
                </a:ext>
              </a:extLst>
            </p:cNvPr>
            <p:cNvSpPr txBox="1"/>
            <p:nvPr/>
          </p:nvSpPr>
          <p:spPr>
            <a:xfrm>
              <a:off x="5817323" y="2434086"/>
              <a:ext cx="758541" cy="215444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3)</a:t>
              </a:r>
              <a:endParaRPr lang="en-US" sz="8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B7B0D21-EEEC-4288-B83E-E614E6900964}"/>
                </a:ext>
              </a:extLst>
            </p:cNvPr>
            <p:cNvSpPr txBox="1"/>
            <p:nvPr/>
          </p:nvSpPr>
          <p:spPr>
            <a:xfrm>
              <a:off x="2862954" y="1746235"/>
              <a:ext cx="758541" cy="215444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2)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2D42B01-3368-49D4-A73E-9EE12A017599}"/>
                </a:ext>
              </a:extLst>
            </p:cNvPr>
            <p:cNvSpPr txBox="1"/>
            <p:nvPr/>
          </p:nvSpPr>
          <p:spPr>
            <a:xfrm>
              <a:off x="5140986" y="1610058"/>
              <a:ext cx="758541" cy="215444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RE(0, 0, 0)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C57AE0B-0838-4EAF-B390-3FCB440AE45F}"/>
                </a:ext>
              </a:extLst>
            </p:cNvPr>
            <p:cNvSpPr txBox="1"/>
            <p:nvPr/>
          </p:nvSpPr>
          <p:spPr>
            <a:xfrm>
              <a:off x="1336784" y="2779407"/>
              <a:ext cx="758541" cy="215444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RE(2, 2, 6)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975747B-7B0D-4E26-8B59-6847F719F0EB}"/>
                </a:ext>
              </a:extLst>
            </p:cNvPr>
            <p:cNvSpPr txBox="1"/>
            <p:nvPr/>
          </p:nvSpPr>
          <p:spPr>
            <a:xfrm>
              <a:off x="2993211" y="4285601"/>
              <a:ext cx="758541" cy="215444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RE(2, 2, 6)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67892CE-4F90-495E-99AF-0C069077AD2C}"/>
                </a:ext>
              </a:extLst>
            </p:cNvPr>
            <p:cNvSpPr txBox="1"/>
            <p:nvPr/>
          </p:nvSpPr>
          <p:spPr>
            <a:xfrm>
              <a:off x="5181600" y="4464286"/>
              <a:ext cx="758541" cy="215444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RE(4, 2, 7)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52F487E-5C66-4E87-AD46-32429968CB2E}"/>
                </a:ext>
              </a:extLst>
            </p:cNvPr>
            <p:cNvSpPr txBox="1"/>
            <p:nvPr/>
          </p:nvSpPr>
          <p:spPr>
            <a:xfrm>
              <a:off x="6740788" y="3599268"/>
              <a:ext cx="758541" cy="215444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RE(6, 2, 6)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623D718-733F-4B4E-95D4-B2B7EC53B6B8}"/>
                </a:ext>
              </a:extLst>
            </p:cNvPr>
            <p:cNvSpPr txBox="1"/>
            <p:nvPr/>
          </p:nvSpPr>
          <p:spPr>
            <a:xfrm>
              <a:off x="1114099" y="4658748"/>
              <a:ext cx="758541" cy="215444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RE(3, 3, 9)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4E68ADD-9FDA-4672-9124-D9781814CD04}"/>
                </a:ext>
              </a:extLst>
            </p:cNvPr>
            <p:cNvSpPr txBox="1"/>
            <p:nvPr/>
          </p:nvSpPr>
          <p:spPr>
            <a:xfrm>
              <a:off x="4423059" y="2840479"/>
              <a:ext cx="758541" cy="215444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4)</a:t>
              </a:r>
              <a:endParaRPr lang="en-US" sz="8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19DEA2A8-8C3F-4DF0-AF37-5CD260E11C56}"/>
              </a:ext>
            </a:extLst>
          </p:cNvPr>
          <p:cNvSpPr txBox="1"/>
          <p:nvPr/>
        </p:nvSpPr>
        <p:spPr>
          <a:xfrm>
            <a:off x="209304" y="550184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>
                <a:solidFill>
                  <a:srgbClr val="000000"/>
                </a:solidFill>
                <a:latin typeface="MS Reference Sans Serif"/>
                <a:ea typeface="돋움체"/>
              </a:rPr>
              <a:t>Example Network</a:t>
            </a:r>
            <a:endParaRPr lang="ko-KR" altLang="en-US" sz="2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075C90-A7A0-4629-9DB2-5D1D21C0884C}"/>
              </a:ext>
            </a:extLst>
          </p:cNvPr>
          <p:cNvSpPr/>
          <p:nvPr/>
        </p:nvSpPr>
        <p:spPr>
          <a:xfrm>
            <a:off x="2107959" y="5718537"/>
            <a:ext cx="7550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ym typeface="Wingdings" panose="05000000000000000000" pitchFamily="2" charset="2"/>
              </a:rPr>
              <a:t>Node 3 saves node 7 as children then create RP(7, 3) send to Node 2</a:t>
            </a:r>
          </a:p>
        </p:txBody>
      </p:sp>
    </p:spTree>
    <p:extLst>
      <p:ext uri="{BB962C8B-B14F-4D97-AF65-F5344CB8AC3E}">
        <p14:creationId xmlns:p14="http://schemas.microsoft.com/office/powerpoint/2010/main" val="2763310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DF40DB0-0F30-4F79-AF1E-426F3B754CCF}"/>
              </a:ext>
            </a:extLst>
          </p:cNvPr>
          <p:cNvGrpSpPr/>
          <p:nvPr/>
        </p:nvGrpSpPr>
        <p:grpSpPr>
          <a:xfrm>
            <a:off x="3315687" y="1600200"/>
            <a:ext cx="5145284" cy="3479292"/>
            <a:chOff x="1791687" y="1600200"/>
            <a:chExt cx="5145284" cy="3479292"/>
          </a:xfrm>
        </p:grpSpPr>
        <p:sp>
          <p:nvSpPr>
            <p:cNvPr id="5" name="타원 4"/>
            <p:cNvSpPr/>
            <p:nvPr/>
          </p:nvSpPr>
          <p:spPr>
            <a:xfrm>
              <a:off x="4724400" y="1600200"/>
              <a:ext cx="457200" cy="4572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1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6" name="타원 5"/>
            <p:cNvSpPr/>
            <p:nvPr/>
          </p:nvSpPr>
          <p:spPr>
            <a:xfrm>
              <a:off x="4109222" y="302995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7" name="타원 6"/>
            <p:cNvSpPr/>
            <p:nvPr/>
          </p:nvSpPr>
          <p:spPr>
            <a:xfrm>
              <a:off x="1827777" y="304619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" name="타원 7"/>
            <p:cNvSpPr/>
            <p:nvPr/>
          </p:nvSpPr>
          <p:spPr>
            <a:xfrm>
              <a:off x="1837944" y="4622292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7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" name="타원 8"/>
            <p:cNvSpPr/>
            <p:nvPr/>
          </p:nvSpPr>
          <p:spPr>
            <a:xfrm>
              <a:off x="3019925" y="3750221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5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5783580" y="273405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6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786174" y="4315097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9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6479771" y="380390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8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2944368" y="204216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32" name="직선 연결선 31"/>
            <p:cNvCxnSpPr/>
            <p:nvPr/>
          </p:nvCxnSpPr>
          <p:spPr>
            <a:xfrm flipV="1">
              <a:off x="3472941" y="1827495"/>
              <a:ext cx="1165961" cy="303209"/>
            </a:xfrm>
            <a:prstGeom prst="line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TextBox 212"/>
            <p:cNvSpPr txBox="1"/>
            <p:nvPr/>
          </p:nvSpPr>
          <p:spPr>
            <a:xfrm>
              <a:off x="3949315" y="178615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139" name="직선 연결선 138"/>
            <p:cNvCxnSpPr/>
            <p:nvPr/>
          </p:nvCxnSpPr>
          <p:spPr>
            <a:xfrm flipV="1">
              <a:off x="3429000" y="1905000"/>
              <a:ext cx="1165961" cy="3032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/>
            <p:cNvCxnSpPr/>
            <p:nvPr/>
          </p:nvCxnSpPr>
          <p:spPr>
            <a:xfrm flipV="1">
              <a:off x="2248662" y="2429344"/>
              <a:ext cx="659129" cy="577552"/>
            </a:xfrm>
            <a:prstGeom prst="line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 flipV="1">
              <a:off x="2286000" y="2470876"/>
              <a:ext cx="671030" cy="57712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/>
            <p:cNvCxnSpPr/>
            <p:nvPr/>
          </p:nvCxnSpPr>
          <p:spPr>
            <a:xfrm flipV="1">
              <a:off x="1958600" y="3632385"/>
              <a:ext cx="16351" cy="906139"/>
            </a:xfrm>
            <a:prstGeom prst="line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연결선 148"/>
            <p:cNvCxnSpPr/>
            <p:nvPr/>
          </p:nvCxnSpPr>
          <p:spPr>
            <a:xfrm flipV="1">
              <a:off x="2040709" y="3667545"/>
              <a:ext cx="22135" cy="85076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/>
            <p:cNvCxnSpPr/>
            <p:nvPr/>
          </p:nvCxnSpPr>
          <p:spPr>
            <a:xfrm flipH="1" flipV="1">
              <a:off x="2342807" y="3441430"/>
              <a:ext cx="589881" cy="49312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/>
            <p:cNvCxnSpPr/>
            <p:nvPr/>
          </p:nvCxnSpPr>
          <p:spPr>
            <a:xfrm flipH="1" flipV="1">
              <a:off x="2411012" y="3405889"/>
              <a:ext cx="535029" cy="43517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 flipV="1">
              <a:off x="3438145" y="2475959"/>
              <a:ext cx="748768" cy="48060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연결선 164"/>
            <p:cNvCxnSpPr/>
            <p:nvPr/>
          </p:nvCxnSpPr>
          <p:spPr>
            <a:xfrm>
              <a:off x="3394472" y="2514644"/>
              <a:ext cx="715966" cy="461967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/>
            <p:cNvCxnSpPr/>
            <p:nvPr/>
          </p:nvCxnSpPr>
          <p:spPr>
            <a:xfrm flipH="1">
              <a:off x="4447491" y="2152653"/>
              <a:ext cx="334974" cy="762056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/>
            <p:cNvCxnSpPr/>
            <p:nvPr/>
          </p:nvCxnSpPr>
          <p:spPr>
            <a:xfrm flipV="1">
              <a:off x="4495800" y="2245801"/>
              <a:ext cx="331316" cy="71076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/>
            <p:cNvCxnSpPr/>
            <p:nvPr/>
          </p:nvCxnSpPr>
          <p:spPr>
            <a:xfrm flipH="1" flipV="1">
              <a:off x="5158772" y="2122379"/>
              <a:ext cx="632428" cy="62082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연결선 176"/>
            <p:cNvCxnSpPr/>
            <p:nvPr/>
          </p:nvCxnSpPr>
          <p:spPr>
            <a:xfrm>
              <a:off x="5198658" y="2050689"/>
              <a:ext cx="613221" cy="590992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/>
            <p:cNvCxnSpPr>
              <a:cxnSpLocks/>
            </p:cNvCxnSpPr>
            <p:nvPr/>
          </p:nvCxnSpPr>
          <p:spPr>
            <a:xfrm flipV="1">
              <a:off x="3498997" y="3415514"/>
              <a:ext cx="535029" cy="43517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3573610" y="3426154"/>
              <a:ext cx="541757" cy="45277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/>
            <p:cNvCxnSpPr>
              <a:cxnSpLocks/>
            </p:cNvCxnSpPr>
            <p:nvPr/>
          </p:nvCxnSpPr>
          <p:spPr>
            <a:xfrm flipH="1">
              <a:off x="4680691" y="2963008"/>
              <a:ext cx="928801" cy="20024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연결선 189"/>
            <p:cNvCxnSpPr/>
            <p:nvPr/>
          </p:nvCxnSpPr>
          <p:spPr>
            <a:xfrm flipV="1">
              <a:off x="4667265" y="3024552"/>
              <a:ext cx="963916" cy="21259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연결선 192"/>
            <p:cNvCxnSpPr/>
            <p:nvPr/>
          </p:nvCxnSpPr>
          <p:spPr>
            <a:xfrm flipH="1" flipV="1">
              <a:off x="6247336" y="3192267"/>
              <a:ext cx="467592" cy="52553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>
              <a:cxnSpLocks/>
            </p:cNvCxnSpPr>
            <p:nvPr/>
          </p:nvCxnSpPr>
          <p:spPr>
            <a:xfrm>
              <a:off x="6173114" y="3222866"/>
              <a:ext cx="467592" cy="50211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/>
            <p:cNvCxnSpPr/>
            <p:nvPr/>
          </p:nvCxnSpPr>
          <p:spPr>
            <a:xfrm flipV="1">
              <a:off x="5382879" y="4166484"/>
              <a:ext cx="998239" cy="251131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연결선 209"/>
            <p:cNvCxnSpPr/>
            <p:nvPr/>
          </p:nvCxnSpPr>
          <p:spPr>
            <a:xfrm flipH="1">
              <a:off x="5369291" y="4109083"/>
              <a:ext cx="1025416" cy="26247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 214"/>
            <p:cNvCxnSpPr/>
            <p:nvPr/>
          </p:nvCxnSpPr>
          <p:spPr>
            <a:xfrm>
              <a:off x="4562717" y="3523521"/>
              <a:ext cx="390283" cy="66747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연결선 215"/>
            <p:cNvCxnSpPr/>
            <p:nvPr/>
          </p:nvCxnSpPr>
          <p:spPr>
            <a:xfrm flipH="1" flipV="1">
              <a:off x="4498065" y="3576469"/>
              <a:ext cx="385945" cy="65346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연결선 287"/>
            <p:cNvCxnSpPr/>
            <p:nvPr/>
          </p:nvCxnSpPr>
          <p:spPr>
            <a:xfrm>
              <a:off x="3588290" y="4118739"/>
              <a:ext cx="1069768" cy="37433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flipH="1" flipV="1">
              <a:off x="3583005" y="4184065"/>
              <a:ext cx="1055897" cy="36998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직선 연결선 326"/>
            <p:cNvCxnSpPr/>
            <p:nvPr/>
          </p:nvCxnSpPr>
          <p:spPr>
            <a:xfrm flipH="1">
              <a:off x="2317124" y="4202807"/>
              <a:ext cx="692828" cy="47996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직선 연결선 327"/>
            <p:cNvCxnSpPr/>
            <p:nvPr/>
          </p:nvCxnSpPr>
          <p:spPr>
            <a:xfrm flipV="1">
              <a:off x="2356608" y="4258959"/>
              <a:ext cx="671553" cy="468066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직선 연결선 342"/>
            <p:cNvCxnSpPr/>
            <p:nvPr/>
          </p:nvCxnSpPr>
          <p:spPr>
            <a:xfrm flipH="1">
              <a:off x="5219844" y="3191256"/>
              <a:ext cx="647556" cy="98058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직선 연결선 345"/>
            <p:cNvCxnSpPr/>
            <p:nvPr/>
          </p:nvCxnSpPr>
          <p:spPr>
            <a:xfrm flipV="1">
              <a:off x="5264887" y="3294615"/>
              <a:ext cx="631711" cy="93531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/>
            <p:cNvSpPr txBox="1"/>
            <p:nvPr/>
          </p:nvSpPr>
          <p:spPr>
            <a:xfrm>
              <a:off x="4450096" y="2378574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3631959" y="2750507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6" name="TextBox 355"/>
            <p:cNvSpPr txBox="1"/>
            <p:nvPr/>
          </p:nvSpPr>
          <p:spPr>
            <a:xfrm>
              <a:off x="3672846" y="3398644"/>
              <a:ext cx="141143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7" name="TextBox 356"/>
            <p:cNvSpPr txBox="1"/>
            <p:nvPr/>
          </p:nvSpPr>
          <p:spPr>
            <a:xfrm>
              <a:off x="5043202" y="2848976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1791687" y="394224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cxnSp>
          <p:nvCxnSpPr>
            <p:cNvPr id="376" name="직선 연결선 375"/>
            <p:cNvCxnSpPr/>
            <p:nvPr/>
          </p:nvCxnSpPr>
          <p:spPr>
            <a:xfrm>
              <a:off x="3129641" y="2613306"/>
              <a:ext cx="29374" cy="1074684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직선 연결선 378"/>
            <p:cNvCxnSpPr/>
            <p:nvPr/>
          </p:nvCxnSpPr>
          <p:spPr>
            <a:xfrm flipH="1" flipV="1">
              <a:off x="3211008" y="2670846"/>
              <a:ext cx="22041" cy="1006909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TextBox 390"/>
            <p:cNvSpPr txBox="1"/>
            <p:nvPr/>
          </p:nvSpPr>
          <p:spPr>
            <a:xfrm>
              <a:off x="2427880" y="255138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2" name="TextBox 391"/>
            <p:cNvSpPr txBox="1"/>
            <p:nvPr/>
          </p:nvSpPr>
          <p:spPr>
            <a:xfrm>
              <a:off x="2626603" y="2817747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5543024" y="216215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4" name="TextBox 393"/>
            <p:cNvSpPr txBox="1"/>
            <p:nvPr/>
          </p:nvSpPr>
          <p:spPr>
            <a:xfrm>
              <a:off x="5302335" y="238649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5" name="TextBox 394"/>
            <p:cNvSpPr txBox="1"/>
            <p:nvPr/>
          </p:nvSpPr>
          <p:spPr>
            <a:xfrm>
              <a:off x="5783204" y="403079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6" name="TextBox 395"/>
            <p:cNvSpPr txBox="1"/>
            <p:nvPr/>
          </p:nvSpPr>
          <p:spPr>
            <a:xfrm>
              <a:off x="4786329" y="3657888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397" name="TextBox 396"/>
            <p:cNvSpPr txBox="1"/>
            <p:nvPr/>
          </p:nvSpPr>
          <p:spPr>
            <a:xfrm>
              <a:off x="4089142" y="4080944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1" name="TextBox 400"/>
            <p:cNvSpPr txBox="1"/>
            <p:nvPr/>
          </p:nvSpPr>
          <p:spPr>
            <a:xfrm>
              <a:off x="2529892" y="429345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2" name="TextBox 401"/>
            <p:cNvSpPr txBox="1"/>
            <p:nvPr/>
          </p:nvSpPr>
          <p:spPr>
            <a:xfrm>
              <a:off x="2698137" y="4495135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2087385" y="3924417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8" name="TextBox 407"/>
            <p:cNvSpPr txBox="1"/>
            <p:nvPr/>
          </p:nvSpPr>
          <p:spPr>
            <a:xfrm>
              <a:off x="4750724" y="250404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5425895" y="3505559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10" name="TextBox 409"/>
            <p:cNvSpPr txBox="1"/>
            <p:nvPr/>
          </p:nvSpPr>
          <p:spPr>
            <a:xfrm>
              <a:off x="5719539" y="361909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6479207" y="3248863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6276534" y="347101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3991678" y="4387695"/>
              <a:ext cx="84696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3865170" y="3678964"/>
              <a:ext cx="164911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651646" y="343878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510194" y="3677755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3281129" y="307854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2944319" y="3091298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7" name="TextBox 436"/>
            <p:cNvSpPr txBox="1"/>
            <p:nvPr/>
          </p:nvSpPr>
          <p:spPr>
            <a:xfrm>
              <a:off x="3785052" y="2504042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8" name="TextBox 437"/>
            <p:cNvSpPr txBox="1"/>
            <p:nvPr/>
          </p:nvSpPr>
          <p:spPr>
            <a:xfrm>
              <a:off x="5050647" y="3170874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4476372" y="3782695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3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791200" y="4343400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4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991786" y="2075431"/>
              <a:ext cx="977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en-US" altLang="ko-KR" sz="1200">
                  <a:solidFill>
                    <a:srgbClr val="000000"/>
                  </a:solidFill>
                  <a:latin typeface="MS Reference Sans Serif"/>
                  <a:ea typeface="돋움체"/>
                </a:rPr>
                <a:t>2</a:t>
              </a:r>
              <a:endParaRPr lang="ko-KR" altLang="en-US" sz="1200" dirty="0">
                <a:solidFill>
                  <a:srgbClr val="000000"/>
                </a:solidFill>
                <a:latin typeface="MS Reference Sans Serif"/>
                <a:ea typeface="돋움체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40474B5C-4089-4C20-AD25-288D0C7F14F2}"/>
              </a:ext>
            </a:extLst>
          </p:cNvPr>
          <p:cNvSpPr/>
          <p:nvPr/>
        </p:nvSpPr>
        <p:spPr bwMode="auto">
          <a:xfrm rot="3935164">
            <a:off x="3674268" y="213200"/>
            <a:ext cx="2899435" cy="4951017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en-US" sz="1600" dirty="0">
              <a:solidFill>
                <a:srgbClr val="000000"/>
              </a:solidFill>
              <a:latin typeface="MS Reference Sans Serif"/>
              <a:ea typeface="굴림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B150799-E835-497D-8C36-AD862E4D95F8}"/>
              </a:ext>
            </a:extLst>
          </p:cNvPr>
          <p:cNvSpPr txBox="1"/>
          <p:nvPr/>
        </p:nvSpPr>
        <p:spPr>
          <a:xfrm>
            <a:off x="4819912" y="1487680"/>
            <a:ext cx="683200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MS Reference Sans Serif"/>
                <a:ea typeface="돋움체"/>
              </a:rPr>
              <a:t>RP(7,3,2)</a:t>
            </a:r>
            <a:endParaRPr lang="en-US" sz="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3AAC541-6EB2-4BE7-A436-2833121DC6A9}"/>
              </a:ext>
            </a:extLst>
          </p:cNvPr>
          <p:cNvSpPr txBox="1"/>
          <p:nvPr/>
        </p:nvSpPr>
        <p:spPr>
          <a:xfrm>
            <a:off x="7341324" y="2502363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RE(1, 1, 3)</a:t>
            </a:r>
            <a:endParaRPr lang="en-US" sz="8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7B0D21-EEEC-4288-B83E-E614E6900964}"/>
              </a:ext>
            </a:extLst>
          </p:cNvPr>
          <p:cNvSpPr txBox="1"/>
          <p:nvPr/>
        </p:nvSpPr>
        <p:spPr>
          <a:xfrm>
            <a:off x="4386955" y="1814512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RE(1, 1, 2)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2D42B01-3368-49D4-A73E-9EE12A017599}"/>
              </a:ext>
            </a:extLst>
          </p:cNvPr>
          <p:cNvSpPr txBox="1"/>
          <p:nvPr/>
        </p:nvSpPr>
        <p:spPr>
          <a:xfrm>
            <a:off x="6664987" y="1678335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RE(0, 0, 0)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C57AE0B-0838-4EAF-B390-3FCB440AE45F}"/>
              </a:ext>
            </a:extLst>
          </p:cNvPr>
          <p:cNvSpPr txBox="1"/>
          <p:nvPr/>
        </p:nvSpPr>
        <p:spPr>
          <a:xfrm>
            <a:off x="2860785" y="2847684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RE(2, 2, 6)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975747B-7B0D-4E26-8B59-6847F719F0EB}"/>
              </a:ext>
            </a:extLst>
          </p:cNvPr>
          <p:cNvSpPr txBox="1"/>
          <p:nvPr/>
        </p:nvSpPr>
        <p:spPr>
          <a:xfrm>
            <a:off x="4517212" y="4353878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RE(2, 2, 6)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67892CE-4F90-495E-99AF-0C069077AD2C}"/>
              </a:ext>
            </a:extLst>
          </p:cNvPr>
          <p:cNvSpPr txBox="1"/>
          <p:nvPr/>
        </p:nvSpPr>
        <p:spPr>
          <a:xfrm>
            <a:off x="6705601" y="4532563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RE(4, 2, 7)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52F487E-5C66-4E87-AD46-32429968CB2E}"/>
              </a:ext>
            </a:extLst>
          </p:cNvPr>
          <p:cNvSpPr txBox="1"/>
          <p:nvPr/>
        </p:nvSpPr>
        <p:spPr>
          <a:xfrm>
            <a:off x="8264789" y="3667545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RE(6, 2, 6)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623D718-733F-4B4E-95D4-B2B7EC53B6B8}"/>
              </a:ext>
            </a:extLst>
          </p:cNvPr>
          <p:cNvSpPr txBox="1"/>
          <p:nvPr/>
        </p:nvSpPr>
        <p:spPr>
          <a:xfrm>
            <a:off x="2638100" y="4727025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RE(3, 3, 9)</a:t>
            </a:r>
            <a:endParaRPr lang="en-US" sz="10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44C9E8B-BEA2-4572-B3DB-3C229A93BC31}"/>
              </a:ext>
            </a:extLst>
          </p:cNvPr>
          <p:cNvSpPr txBox="1"/>
          <p:nvPr/>
        </p:nvSpPr>
        <p:spPr>
          <a:xfrm>
            <a:off x="5947060" y="2908756"/>
            <a:ext cx="758541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sz="800">
                <a:solidFill>
                  <a:srgbClr val="FF0000"/>
                </a:solidFill>
                <a:latin typeface="MS Reference Sans Serif"/>
                <a:ea typeface="돋움체"/>
              </a:rPr>
              <a:t>RE(1, 1, 4)</a:t>
            </a:r>
            <a:endParaRPr lang="en-US" sz="800" dirty="0">
              <a:solidFill>
                <a:srgbClr val="FF0000"/>
              </a:solidFill>
              <a:latin typeface="MS Reference Sans Serif"/>
              <a:ea typeface="돋움체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DE65530-14AC-4FD2-96BB-A27EAF2FA9A0}"/>
              </a:ext>
            </a:extLst>
          </p:cNvPr>
          <p:cNvSpPr txBox="1"/>
          <p:nvPr/>
        </p:nvSpPr>
        <p:spPr>
          <a:xfrm>
            <a:off x="209304" y="550184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>
                <a:solidFill>
                  <a:srgbClr val="000000"/>
                </a:solidFill>
                <a:latin typeface="MS Reference Sans Serif"/>
                <a:ea typeface="돋움체"/>
              </a:rPr>
              <a:t>Example Network</a:t>
            </a:r>
            <a:endParaRPr lang="ko-KR" altLang="en-US" sz="2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2A70449-233E-4CAE-84B1-899A2A87E36E}"/>
              </a:ext>
            </a:extLst>
          </p:cNvPr>
          <p:cNvSpPr/>
          <p:nvPr/>
        </p:nvSpPr>
        <p:spPr>
          <a:xfrm>
            <a:off x="2107959" y="5718537"/>
            <a:ext cx="75509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ym typeface="Wingdings" panose="05000000000000000000" pitchFamily="2" charset="2"/>
              </a:rPr>
              <a:t>Node 2 saves node 3 as children then create RP(7, 3, 2) send to Node 1.</a:t>
            </a:r>
          </a:p>
          <a:p>
            <a:r>
              <a:rPr lang="en-US">
                <a:sym typeface="Wingdings" panose="05000000000000000000" pitchFamily="2" charset="2"/>
              </a:rPr>
              <a:t>Node 1 saves the route path (7, 3, 2)</a:t>
            </a:r>
          </a:p>
        </p:txBody>
      </p:sp>
    </p:spTree>
    <p:extLst>
      <p:ext uri="{BB962C8B-B14F-4D97-AF65-F5344CB8AC3E}">
        <p14:creationId xmlns:p14="http://schemas.microsoft.com/office/powerpoint/2010/main" val="3540929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8A0B4E-B1E0-4422-B6B4-898675C786BF}"/>
              </a:ext>
            </a:extLst>
          </p:cNvPr>
          <p:cNvGrpSpPr/>
          <p:nvPr/>
        </p:nvGrpSpPr>
        <p:grpSpPr>
          <a:xfrm>
            <a:off x="2638099" y="1600200"/>
            <a:ext cx="6385230" cy="3479292"/>
            <a:chOff x="1114099" y="1600200"/>
            <a:chExt cx="6385230" cy="347929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DF40DB0-0F30-4F79-AF1E-426F3B754CCF}"/>
                </a:ext>
              </a:extLst>
            </p:cNvPr>
            <p:cNvGrpSpPr/>
            <p:nvPr/>
          </p:nvGrpSpPr>
          <p:grpSpPr>
            <a:xfrm>
              <a:off x="1791687" y="1600200"/>
              <a:ext cx="5145284" cy="3479292"/>
              <a:chOff x="1791687" y="1600200"/>
              <a:chExt cx="5145284" cy="3479292"/>
            </a:xfrm>
          </p:grpSpPr>
          <p:sp>
            <p:nvSpPr>
              <p:cNvPr id="5" name="타원 4"/>
              <p:cNvSpPr/>
              <p:nvPr/>
            </p:nvSpPr>
            <p:spPr>
              <a:xfrm>
                <a:off x="4724400" y="160020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1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6" name="타원 5"/>
              <p:cNvSpPr/>
              <p:nvPr/>
            </p:nvSpPr>
            <p:spPr>
              <a:xfrm>
                <a:off x="4109222" y="302995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7" name="타원 6"/>
              <p:cNvSpPr/>
              <p:nvPr/>
            </p:nvSpPr>
            <p:spPr>
              <a:xfrm>
                <a:off x="1827777" y="304619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" name="타원 7"/>
              <p:cNvSpPr/>
              <p:nvPr/>
            </p:nvSpPr>
            <p:spPr>
              <a:xfrm>
                <a:off x="1837944" y="462229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7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9" name="타원 8"/>
              <p:cNvSpPr/>
              <p:nvPr/>
            </p:nvSpPr>
            <p:spPr>
              <a:xfrm>
                <a:off x="3019925" y="375022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5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7" name="타원 16"/>
              <p:cNvSpPr/>
              <p:nvPr/>
            </p:nvSpPr>
            <p:spPr>
              <a:xfrm>
                <a:off x="5783580" y="273405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6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8" name="타원 17"/>
              <p:cNvSpPr/>
              <p:nvPr/>
            </p:nvSpPr>
            <p:spPr>
              <a:xfrm>
                <a:off x="4786174" y="431509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9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19" name="타원 18"/>
              <p:cNvSpPr/>
              <p:nvPr/>
            </p:nvSpPr>
            <p:spPr>
              <a:xfrm>
                <a:off x="6479771" y="380390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8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28" name="타원 27"/>
              <p:cNvSpPr/>
              <p:nvPr/>
            </p:nvSpPr>
            <p:spPr>
              <a:xfrm>
                <a:off x="2944368" y="204216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32" name="직선 연결선 31"/>
              <p:cNvCxnSpPr/>
              <p:nvPr/>
            </p:nvCxnSpPr>
            <p:spPr>
              <a:xfrm flipV="1">
                <a:off x="3472941" y="1827495"/>
                <a:ext cx="1165961" cy="3032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TextBox 212"/>
              <p:cNvSpPr txBox="1"/>
              <p:nvPr/>
            </p:nvSpPr>
            <p:spPr>
              <a:xfrm>
                <a:off x="3949315" y="178615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139" name="직선 연결선 138"/>
              <p:cNvCxnSpPr/>
              <p:nvPr/>
            </p:nvCxnSpPr>
            <p:spPr>
              <a:xfrm flipV="1">
                <a:off x="3429000" y="1905000"/>
                <a:ext cx="1165961" cy="3032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V="1">
                <a:off x="2248662" y="2429344"/>
                <a:ext cx="659129" cy="57755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flipV="1">
                <a:off x="2286000" y="2470876"/>
                <a:ext cx="671030" cy="57712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V="1">
                <a:off x="1958600" y="3632385"/>
                <a:ext cx="16351" cy="90613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flipV="1">
                <a:off x="2040709" y="3667545"/>
                <a:ext cx="22135" cy="85076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 flipV="1">
                <a:off x="2342807" y="3441430"/>
                <a:ext cx="589881" cy="49312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2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/>
              <p:cNvCxnSpPr/>
              <p:nvPr/>
            </p:nvCxnSpPr>
            <p:spPr>
              <a:xfrm flipH="1" flipV="1">
                <a:off x="2411012" y="3405889"/>
                <a:ext cx="535029" cy="43517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 flipV="1">
                <a:off x="3438145" y="2475959"/>
                <a:ext cx="748768" cy="48060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>
                <a:off x="3394472" y="2514644"/>
                <a:ext cx="715966" cy="461967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flipH="1">
                <a:off x="4447491" y="2152653"/>
                <a:ext cx="334974" cy="762056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flipV="1">
                <a:off x="4495800" y="2245801"/>
                <a:ext cx="331316" cy="71076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 flipV="1">
                <a:off x="5158772" y="2122379"/>
                <a:ext cx="632428" cy="62082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직선 연결선 176"/>
              <p:cNvCxnSpPr/>
              <p:nvPr/>
            </p:nvCxnSpPr>
            <p:spPr>
              <a:xfrm>
                <a:off x="5198658" y="2050689"/>
                <a:ext cx="613221" cy="590992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>
                <a:cxnSpLocks/>
              </p:cNvCxnSpPr>
              <p:nvPr/>
            </p:nvCxnSpPr>
            <p:spPr>
              <a:xfrm flipV="1">
                <a:off x="3498997" y="3415514"/>
                <a:ext cx="535029" cy="43517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>
              <a:xfrm flipH="1">
                <a:off x="3573610" y="3426154"/>
                <a:ext cx="541757" cy="45277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/>
              <p:cNvCxnSpPr>
                <a:cxnSpLocks/>
              </p:cNvCxnSpPr>
              <p:nvPr/>
            </p:nvCxnSpPr>
            <p:spPr>
              <a:xfrm flipH="1">
                <a:off x="4680691" y="2963008"/>
                <a:ext cx="928801" cy="20024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>
              <a:xfrm flipV="1">
                <a:off x="4667265" y="3024552"/>
                <a:ext cx="963916" cy="21259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직선 연결선 192"/>
              <p:cNvCxnSpPr/>
              <p:nvPr/>
            </p:nvCxnSpPr>
            <p:spPr>
              <a:xfrm flipH="1" flipV="1">
                <a:off x="6247336" y="3192267"/>
                <a:ext cx="467592" cy="52553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직선 연결선 195"/>
              <p:cNvCxnSpPr>
                <a:cxnSpLocks/>
              </p:cNvCxnSpPr>
              <p:nvPr/>
            </p:nvCxnSpPr>
            <p:spPr>
              <a:xfrm>
                <a:off x="6173114" y="3222866"/>
                <a:ext cx="467592" cy="50211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V="1">
                <a:off x="5382879" y="4166484"/>
                <a:ext cx="998239" cy="251131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직선 연결선 209"/>
              <p:cNvCxnSpPr/>
              <p:nvPr/>
            </p:nvCxnSpPr>
            <p:spPr>
              <a:xfrm flipH="1">
                <a:off x="5369291" y="4109083"/>
                <a:ext cx="1025416" cy="26247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>
                <a:off x="4562717" y="3523521"/>
                <a:ext cx="390283" cy="66747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/>
              <p:cNvCxnSpPr/>
              <p:nvPr/>
            </p:nvCxnSpPr>
            <p:spPr>
              <a:xfrm flipH="1" flipV="1">
                <a:off x="4498065" y="3576469"/>
                <a:ext cx="385945" cy="65346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직선 연결선 287"/>
              <p:cNvCxnSpPr/>
              <p:nvPr/>
            </p:nvCxnSpPr>
            <p:spPr>
              <a:xfrm>
                <a:off x="3588290" y="4118739"/>
                <a:ext cx="1069768" cy="374335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직선 연결선 288"/>
              <p:cNvCxnSpPr/>
              <p:nvPr/>
            </p:nvCxnSpPr>
            <p:spPr>
              <a:xfrm flipH="1" flipV="1">
                <a:off x="3583005" y="4184065"/>
                <a:ext cx="1055897" cy="36998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직선 연결선 326"/>
              <p:cNvCxnSpPr/>
              <p:nvPr/>
            </p:nvCxnSpPr>
            <p:spPr>
              <a:xfrm flipH="1">
                <a:off x="2317124" y="4202807"/>
                <a:ext cx="692828" cy="47996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직선 연결선 327"/>
              <p:cNvCxnSpPr/>
              <p:nvPr/>
            </p:nvCxnSpPr>
            <p:spPr>
              <a:xfrm flipV="1">
                <a:off x="2356608" y="4258959"/>
                <a:ext cx="671553" cy="468066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직선 연결선 342"/>
              <p:cNvCxnSpPr/>
              <p:nvPr/>
            </p:nvCxnSpPr>
            <p:spPr>
              <a:xfrm flipH="1">
                <a:off x="5219844" y="3191256"/>
                <a:ext cx="647556" cy="980580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직선 연결선 345"/>
              <p:cNvCxnSpPr/>
              <p:nvPr/>
            </p:nvCxnSpPr>
            <p:spPr>
              <a:xfrm flipV="1">
                <a:off x="5264887" y="3294615"/>
                <a:ext cx="631711" cy="93531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4" name="TextBox 353"/>
              <p:cNvSpPr txBox="1"/>
              <p:nvPr/>
            </p:nvSpPr>
            <p:spPr>
              <a:xfrm>
                <a:off x="4450096" y="237857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5" name="TextBox 354"/>
              <p:cNvSpPr txBox="1"/>
              <p:nvPr/>
            </p:nvSpPr>
            <p:spPr>
              <a:xfrm>
                <a:off x="3631959" y="275050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6" name="TextBox 355"/>
              <p:cNvSpPr txBox="1"/>
              <p:nvPr/>
            </p:nvSpPr>
            <p:spPr>
              <a:xfrm>
                <a:off x="3672846" y="3398644"/>
                <a:ext cx="141143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7" name="TextBox 356"/>
              <p:cNvSpPr txBox="1"/>
              <p:nvPr/>
            </p:nvSpPr>
            <p:spPr>
              <a:xfrm>
                <a:off x="5043202" y="2848976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58" name="TextBox 357"/>
              <p:cNvSpPr txBox="1"/>
              <p:nvPr/>
            </p:nvSpPr>
            <p:spPr>
              <a:xfrm>
                <a:off x="1791687" y="394224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cxnSp>
            <p:nvCxnSpPr>
              <p:cNvPr id="376" name="직선 연결선 375"/>
              <p:cNvCxnSpPr/>
              <p:nvPr/>
            </p:nvCxnSpPr>
            <p:spPr>
              <a:xfrm>
                <a:off x="3129641" y="2613306"/>
                <a:ext cx="29374" cy="1074684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직선 연결선 378"/>
              <p:cNvCxnSpPr/>
              <p:nvPr/>
            </p:nvCxnSpPr>
            <p:spPr>
              <a:xfrm flipH="1" flipV="1">
                <a:off x="3211008" y="2670846"/>
                <a:ext cx="22041" cy="1006909"/>
              </a:xfrm>
              <a:prstGeom prst="lin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1" name="TextBox 390"/>
              <p:cNvSpPr txBox="1"/>
              <p:nvPr/>
            </p:nvSpPr>
            <p:spPr>
              <a:xfrm>
                <a:off x="2427880" y="255138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2" name="TextBox 391"/>
              <p:cNvSpPr txBox="1"/>
              <p:nvPr/>
            </p:nvSpPr>
            <p:spPr>
              <a:xfrm>
                <a:off x="2626603" y="281774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3" name="TextBox 392"/>
              <p:cNvSpPr txBox="1"/>
              <p:nvPr/>
            </p:nvSpPr>
            <p:spPr>
              <a:xfrm>
                <a:off x="5543024" y="216215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4" name="TextBox 393"/>
              <p:cNvSpPr txBox="1"/>
              <p:nvPr/>
            </p:nvSpPr>
            <p:spPr>
              <a:xfrm>
                <a:off x="5302335" y="238649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5" name="TextBox 394"/>
              <p:cNvSpPr txBox="1"/>
              <p:nvPr/>
            </p:nvSpPr>
            <p:spPr>
              <a:xfrm>
                <a:off x="5783204" y="403079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6" name="TextBox 395"/>
              <p:cNvSpPr txBox="1"/>
              <p:nvPr/>
            </p:nvSpPr>
            <p:spPr>
              <a:xfrm>
                <a:off x="4786329" y="3657888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397" name="TextBox 396"/>
              <p:cNvSpPr txBox="1"/>
              <p:nvPr/>
            </p:nvSpPr>
            <p:spPr>
              <a:xfrm>
                <a:off x="4089142" y="408094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1" name="TextBox 400"/>
              <p:cNvSpPr txBox="1"/>
              <p:nvPr/>
            </p:nvSpPr>
            <p:spPr>
              <a:xfrm>
                <a:off x="2529892" y="429345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2" name="TextBox 401"/>
              <p:cNvSpPr txBox="1"/>
              <p:nvPr/>
            </p:nvSpPr>
            <p:spPr>
              <a:xfrm>
                <a:off x="2698137" y="449513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3" name="TextBox 402"/>
              <p:cNvSpPr txBox="1"/>
              <p:nvPr/>
            </p:nvSpPr>
            <p:spPr>
              <a:xfrm>
                <a:off x="2087385" y="3924417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8" name="TextBox 407"/>
              <p:cNvSpPr txBox="1"/>
              <p:nvPr/>
            </p:nvSpPr>
            <p:spPr>
              <a:xfrm>
                <a:off x="4750724" y="250404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09" name="TextBox 408"/>
              <p:cNvSpPr txBox="1"/>
              <p:nvPr/>
            </p:nvSpPr>
            <p:spPr>
              <a:xfrm>
                <a:off x="5425895" y="3505559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10" name="TextBox 409"/>
              <p:cNvSpPr txBox="1"/>
              <p:nvPr/>
            </p:nvSpPr>
            <p:spPr>
              <a:xfrm>
                <a:off x="5719539" y="361909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20" name="TextBox 419"/>
              <p:cNvSpPr txBox="1"/>
              <p:nvPr/>
            </p:nvSpPr>
            <p:spPr>
              <a:xfrm>
                <a:off x="6479207" y="3248863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21" name="TextBox 420"/>
              <p:cNvSpPr txBox="1"/>
              <p:nvPr/>
            </p:nvSpPr>
            <p:spPr>
              <a:xfrm>
                <a:off x="6276534" y="347101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0" name="TextBox 429"/>
              <p:cNvSpPr txBox="1"/>
              <p:nvPr/>
            </p:nvSpPr>
            <p:spPr>
              <a:xfrm>
                <a:off x="3991678" y="4387695"/>
                <a:ext cx="84696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1" name="TextBox 430"/>
              <p:cNvSpPr txBox="1"/>
              <p:nvPr/>
            </p:nvSpPr>
            <p:spPr>
              <a:xfrm>
                <a:off x="3865170" y="3678964"/>
                <a:ext cx="164911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3" name="TextBox 432"/>
              <p:cNvSpPr txBox="1"/>
              <p:nvPr/>
            </p:nvSpPr>
            <p:spPr>
              <a:xfrm>
                <a:off x="2651646" y="343878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4" name="TextBox 433"/>
              <p:cNvSpPr txBox="1"/>
              <p:nvPr/>
            </p:nvSpPr>
            <p:spPr>
              <a:xfrm>
                <a:off x="2510194" y="367775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5" name="TextBox 434"/>
              <p:cNvSpPr txBox="1"/>
              <p:nvPr/>
            </p:nvSpPr>
            <p:spPr>
              <a:xfrm>
                <a:off x="3281129" y="307854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6" name="TextBox 435"/>
              <p:cNvSpPr txBox="1"/>
              <p:nvPr/>
            </p:nvSpPr>
            <p:spPr>
              <a:xfrm>
                <a:off x="2944319" y="3091298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7" name="TextBox 436"/>
              <p:cNvSpPr txBox="1"/>
              <p:nvPr/>
            </p:nvSpPr>
            <p:spPr>
              <a:xfrm>
                <a:off x="3785052" y="2504042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8" name="TextBox 437"/>
              <p:cNvSpPr txBox="1"/>
              <p:nvPr/>
            </p:nvSpPr>
            <p:spPr>
              <a:xfrm>
                <a:off x="5050647" y="3170874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439" name="TextBox 438"/>
              <p:cNvSpPr txBox="1"/>
              <p:nvPr/>
            </p:nvSpPr>
            <p:spPr>
              <a:xfrm>
                <a:off x="4476372" y="3782695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3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5791200" y="4343400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4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3991786" y="2075431"/>
                <a:ext cx="97784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none" lIns="0" tIns="0" rIns="0" bIns="0" rtlCol="0" anchor="ctr">
                <a:spAutoFit/>
              </a:bodyPr>
              <a:lstStyle/>
              <a:p>
                <a:r>
                  <a:rPr lang="en-US" altLang="ko-KR" sz="1200">
                    <a:solidFill>
                      <a:srgbClr val="000000"/>
                    </a:solidFill>
                    <a:latin typeface="MS Reference Sans Serif"/>
                    <a:ea typeface="돋움체"/>
                  </a:rPr>
                  <a:t>2</a:t>
                </a:r>
                <a:endParaRPr lang="ko-KR" altLang="en-US" sz="1200" dirty="0">
                  <a:solidFill>
                    <a:srgbClr val="000000"/>
                  </a:solidFill>
                  <a:latin typeface="MS Reference Sans Serif"/>
                  <a:ea typeface="돋움체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3AAC541-6EB2-4BE7-A436-2833121DC6A9}"/>
                </a:ext>
              </a:extLst>
            </p:cNvPr>
            <p:cNvSpPr txBox="1"/>
            <p:nvPr/>
          </p:nvSpPr>
          <p:spPr>
            <a:xfrm>
              <a:off x="5817323" y="2502363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3)</a:t>
              </a:r>
              <a:endParaRPr lang="en-US" sz="8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B7B0D21-EEEC-4288-B83E-E614E6900964}"/>
                </a:ext>
              </a:extLst>
            </p:cNvPr>
            <p:cNvSpPr txBox="1"/>
            <p:nvPr/>
          </p:nvSpPr>
          <p:spPr>
            <a:xfrm>
              <a:off x="2862954" y="1814512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2)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B17C4F6-F053-4D86-92A5-E23F75E7B98B}"/>
                </a:ext>
              </a:extLst>
            </p:cNvPr>
            <p:cNvSpPr txBox="1"/>
            <p:nvPr/>
          </p:nvSpPr>
          <p:spPr>
            <a:xfrm>
              <a:off x="4423059" y="2908756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RE(1, 1, 4)</a:t>
              </a:r>
              <a:endParaRPr lang="en-US" sz="8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2D42B01-3368-49D4-A73E-9EE12A017599}"/>
                </a:ext>
              </a:extLst>
            </p:cNvPr>
            <p:cNvSpPr txBox="1"/>
            <p:nvPr/>
          </p:nvSpPr>
          <p:spPr>
            <a:xfrm>
              <a:off x="5140986" y="1678335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RE(0, 0, 0)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C57AE0B-0838-4EAF-B390-3FCB440AE45F}"/>
                </a:ext>
              </a:extLst>
            </p:cNvPr>
            <p:cNvSpPr txBox="1"/>
            <p:nvPr/>
          </p:nvSpPr>
          <p:spPr>
            <a:xfrm>
              <a:off x="1336784" y="2847684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RE(2, 2, 6)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975747B-7B0D-4E26-8B59-6847F719F0EB}"/>
                </a:ext>
              </a:extLst>
            </p:cNvPr>
            <p:cNvSpPr txBox="1"/>
            <p:nvPr/>
          </p:nvSpPr>
          <p:spPr>
            <a:xfrm>
              <a:off x="2993211" y="4353878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RE(2, 2, 6)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67892CE-4F90-495E-99AF-0C069077AD2C}"/>
                </a:ext>
              </a:extLst>
            </p:cNvPr>
            <p:cNvSpPr txBox="1"/>
            <p:nvPr/>
          </p:nvSpPr>
          <p:spPr>
            <a:xfrm>
              <a:off x="5181600" y="4532563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RE(4, 2, 7)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52F487E-5C66-4E87-AD46-32429968CB2E}"/>
                </a:ext>
              </a:extLst>
            </p:cNvPr>
            <p:cNvSpPr txBox="1"/>
            <p:nvPr/>
          </p:nvSpPr>
          <p:spPr>
            <a:xfrm>
              <a:off x="6740788" y="3667545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RE(6, 2, 6)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623D718-733F-4B4E-95D4-B2B7EC53B6B8}"/>
                </a:ext>
              </a:extLst>
            </p:cNvPr>
            <p:cNvSpPr txBox="1"/>
            <p:nvPr/>
          </p:nvSpPr>
          <p:spPr>
            <a:xfrm>
              <a:off x="1114099" y="4727025"/>
              <a:ext cx="758541" cy="215444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r>
                <a:rPr lang="en-US" sz="800">
                  <a:solidFill>
                    <a:srgbClr val="FF0000"/>
                  </a:solidFill>
                  <a:latin typeface="MS Reference Sans Serif"/>
                  <a:ea typeface="돋움체"/>
                </a:rPr>
                <a:t>RE(3, 3, 9)</a:t>
              </a:r>
              <a:endParaRPr lang="en-US" sz="1000" dirty="0">
                <a:solidFill>
                  <a:srgbClr val="FF0000"/>
                </a:solidFill>
                <a:latin typeface="MS Reference Sans Serif"/>
                <a:ea typeface="돋움체"/>
              </a:endParaRP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BF9173B2-D698-447B-9D57-09FD3F006C18}"/>
              </a:ext>
            </a:extLst>
          </p:cNvPr>
          <p:cNvSpPr txBox="1"/>
          <p:nvPr/>
        </p:nvSpPr>
        <p:spPr>
          <a:xfrm>
            <a:off x="209304" y="550184"/>
            <a:ext cx="3355406" cy="52322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en-US" altLang="ko-KR" sz="2800" dirty="0">
                <a:solidFill>
                  <a:srgbClr val="000000"/>
                </a:solidFill>
                <a:latin typeface="MS Reference Sans Serif"/>
                <a:ea typeface="돋움체"/>
              </a:rPr>
              <a:t>Example Network</a:t>
            </a:r>
            <a:endParaRPr lang="ko-KR" altLang="en-US" sz="2800" dirty="0">
              <a:solidFill>
                <a:srgbClr val="000000"/>
              </a:solidFill>
              <a:latin typeface="MS Reference Sans Serif"/>
              <a:ea typeface="돋움체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74DB4BB-B592-4A4B-B60A-C8CDF9BC266D}"/>
              </a:ext>
            </a:extLst>
          </p:cNvPr>
          <p:cNvSpPr/>
          <p:nvPr/>
        </p:nvSpPr>
        <p:spPr>
          <a:xfrm>
            <a:off x="2107959" y="5718537"/>
            <a:ext cx="75509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ym typeface="Wingdings" panose="05000000000000000000" pitchFamily="2" charset="2"/>
              </a:rPr>
              <a:t>Continue this process until the Coordinator received Route Path information contains all the number of nodes in the networks</a:t>
            </a:r>
          </a:p>
        </p:txBody>
      </p:sp>
    </p:spTree>
    <p:extLst>
      <p:ext uri="{BB962C8B-B14F-4D97-AF65-F5344CB8AC3E}">
        <p14:creationId xmlns:p14="http://schemas.microsoft.com/office/powerpoint/2010/main" val="2318247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1677</Words>
  <Application>Microsoft Office PowerPoint</Application>
  <PresentationFormat>Widescreen</PresentationFormat>
  <Paragraphs>615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MS Reference Sans Serif</vt:lpstr>
      <vt:lpstr>Office Theme</vt:lpstr>
      <vt:lpstr>Minimal Transmission Routing Path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 Tan</dc:creator>
  <cp:lastModifiedBy>Mr Tan</cp:lastModifiedBy>
  <cp:revision>10</cp:revision>
  <dcterms:created xsi:type="dcterms:W3CDTF">2020-12-10T06:14:55Z</dcterms:created>
  <dcterms:modified xsi:type="dcterms:W3CDTF">2020-12-11T06:47:03Z</dcterms:modified>
</cp:coreProperties>
</file>