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10/9/2020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09F28A2C-F988-4E8B-8522-F9487C4D6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233550"/>
              </p:ext>
            </p:extLst>
          </p:nvPr>
        </p:nvGraphicFramePr>
        <p:xfrm>
          <a:off x="2224946" y="3058160"/>
          <a:ext cx="6860330" cy="685800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1139039">
                  <a:extLst>
                    <a:ext uri="{9D8B030D-6E8A-4147-A177-3AD203B41FA5}">
                      <a16:colId xmlns:a16="http://schemas.microsoft.com/office/drawing/2014/main" val="2756642822"/>
                    </a:ext>
                  </a:extLst>
                </a:gridCol>
                <a:gridCol w="1040235">
                  <a:extLst>
                    <a:ext uri="{9D8B030D-6E8A-4147-A177-3AD203B41FA5}">
                      <a16:colId xmlns:a16="http://schemas.microsoft.com/office/drawing/2014/main" val="4120465385"/>
                    </a:ext>
                  </a:extLst>
                </a:gridCol>
                <a:gridCol w="1260332">
                  <a:extLst>
                    <a:ext uri="{9D8B030D-6E8A-4147-A177-3AD203B41FA5}">
                      <a16:colId xmlns:a16="http://schemas.microsoft.com/office/drawing/2014/main" val="2229551690"/>
                    </a:ext>
                  </a:extLst>
                </a:gridCol>
                <a:gridCol w="3420724">
                  <a:extLst>
                    <a:ext uri="{9D8B030D-6E8A-4147-A177-3AD203B41FA5}">
                      <a16:colId xmlns:a16="http://schemas.microsoft.com/office/drawing/2014/main" val="2935907460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Preamble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Start of Packet Delimiter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Header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Service Data Unit (PSDU)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9109349"/>
                  </a:ext>
                </a:extLst>
              </a:tr>
              <a:tr h="23935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(6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(0 – 127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7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89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8E37EF7-F146-44C8-B930-0E97A995F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472248"/>
              </p:ext>
            </p:extLst>
          </p:nvPr>
        </p:nvGraphicFramePr>
        <p:xfrm>
          <a:off x="5189638" y="2873002"/>
          <a:ext cx="2601522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181608905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7210102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944272048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2937209987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39327083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549102769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37639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81053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B-&gt;A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9348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37378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  <a:endParaRPr lang="en-US" sz="100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7393505"/>
                  </a:ext>
                </a:extLst>
              </a:tr>
            </a:tbl>
          </a:graphicData>
        </a:graphic>
      </p:graphicFrame>
      <p:sp>
        <p:nvSpPr>
          <p:cNvPr id="4" name="타원 4">
            <a:extLst>
              <a:ext uri="{FF2B5EF4-FFF2-40B4-BE49-F238E27FC236}">
                <a16:creationId xmlns:a16="http://schemas.microsoft.com/office/drawing/2014/main" id="{31CE1A6D-7249-496A-B501-B49299FD1F1B}"/>
              </a:ext>
            </a:extLst>
          </p:cNvPr>
          <p:cNvSpPr/>
          <p:nvPr/>
        </p:nvSpPr>
        <p:spPr>
          <a:xfrm>
            <a:off x="3731535" y="2935583"/>
            <a:ext cx="309868" cy="297863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A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" name="타원 27">
            <a:extLst>
              <a:ext uri="{FF2B5EF4-FFF2-40B4-BE49-F238E27FC236}">
                <a16:creationId xmlns:a16="http://schemas.microsoft.com/office/drawing/2014/main" id="{DAE9F349-54C7-4517-8B4F-3742FDF77374}"/>
              </a:ext>
            </a:extLst>
          </p:cNvPr>
          <p:cNvSpPr/>
          <p:nvPr/>
        </p:nvSpPr>
        <p:spPr>
          <a:xfrm>
            <a:off x="4214070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B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6" name="타원 27">
            <a:extLst>
              <a:ext uri="{FF2B5EF4-FFF2-40B4-BE49-F238E27FC236}">
                <a16:creationId xmlns:a16="http://schemas.microsoft.com/office/drawing/2014/main" id="{854A867C-D3B1-45E6-A708-9A4C054D7B0E}"/>
              </a:ext>
            </a:extLst>
          </p:cNvPr>
          <p:cNvSpPr/>
          <p:nvPr/>
        </p:nvSpPr>
        <p:spPr>
          <a:xfrm>
            <a:off x="3373773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C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" name="타원 27">
            <a:extLst>
              <a:ext uri="{FF2B5EF4-FFF2-40B4-BE49-F238E27FC236}">
                <a16:creationId xmlns:a16="http://schemas.microsoft.com/office/drawing/2014/main" id="{1EE4ACE2-6589-438A-B97F-3EE1EFC4CCC3}"/>
              </a:ext>
            </a:extLst>
          </p:cNvPr>
          <p:cNvSpPr/>
          <p:nvPr/>
        </p:nvSpPr>
        <p:spPr>
          <a:xfrm>
            <a:off x="4214071" y="4183203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D</a:t>
            </a:r>
            <a:endParaRPr lang="ko-KR" altLang="en-US" sz="120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78AC3B-8D4F-41F9-94C7-1D2374BA4FA5}"/>
              </a:ext>
            </a:extLst>
          </p:cNvPr>
          <p:cNvCxnSpPr>
            <a:cxnSpLocks/>
            <a:stCxn id="6" idx="7"/>
            <a:endCxn id="4" idx="3"/>
          </p:cNvCxnSpPr>
          <p:nvPr/>
        </p:nvCxnSpPr>
        <p:spPr>
          <a:xfrm flipV="1">
            <a:off x="3615444" y="3189825"/>
            <a:ext cx="161470" cy="378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EF9A24-B9F7-4B3D-BA9A-8F85033A2AD7}"/>
              </a:ext>
            </a:extLst>
          </p:cNvPr>
          <p:cNvCxnSpPr>
            <a:cxnSpLocks/>
            <a:stCxn id="5" idx="0"/>
            <a:endCxn id="4" idx="5"/>
          </p:cNvCxnSpPr>
          <p:nvPr/>
        </p:nvCxnSpPr>
        <p:spPr>
          <a:xfrm flipH="1" flipV="1">
            <a:off x="3996024" y="3189825"/>
            <a:ext cx="359614" cy="3359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A7BEFE-0D3F-401C-A07A-864B934BC660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355638" y="3818833"/>
            <a:ext cx="1" cy="36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FB36B6-0DDA-47F9-AD48-27E8B3D1D23A}"/>
              </a:ext>
            </a:extLst>
          </p:cNvPr>
          <p:cNvCxnSpPr>
            <a:cxnSpLocks/>
          </p:cNvCxnSpPr>
          <p:nvPr/>
        </p:nvCxnSpPr>
        <p:spPr>
          <a:xfrm flipV="1">
            <a:off x="5150841" y="2583809"/>
            <a:ext cx="0" cy="2041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8C3DFC-A3D3-455E-82E0-B3DFA5A2F99E}"/>
              </a:ext>
            </a:extLst>
          </p:cNvPr>
          <p:cNvCxnSpPr>
            <a:cxnSpLocks/>
          </p:cNvCxnSpPr>
          <p:nvPr/>
        </p:nvCxnSpPr>
        <p:spPr>
          <a:xfrm>
            <a:off x="5159230" y="4625203"/>
            <a:ext cx="28942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F812073-D9E9-4E7F-9900-D8573265B15B}"/>
              </a:ext>
            </a:extLst>
          </p:cNvPr>
          <p:cNvSpPr txBox="1"/>
          <p:nvPr/>
        </p:nvSpPr>
        <p:spPr>
          <a:xfrm rot="16200000">
            <a:off x="4266159" y="3691436"/>
            <a:ext cx="108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Channel offset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0B678-D10B-4ECD-9FF6-434454E6E100}"/>
              </a:ext>
            </a:extLst>
          </p:cNvPr>
          <p:cNvSpPr txBox="1"/>
          <p:nvPr/>
        </p:nvSpPr>
        <p:spPr>
          <a:xfrm>
            <a:off x="6172012" y="4797258"/>
            <a:ext cx="8183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offset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1AAB994-4A24-4369-A9A3-4243491B3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08242"/>
              </p:ext>
            </p:extLst>
          </p:nvPr>
        </p:nvGraphicFramePr>
        <p:xfrm>
          <a:off x="4767219" y="2873002"/>
          <a:ext cx="372628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2628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4430776-D9AF-404D-8417-476E230A3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36739"/>
              </p:ext>
            </p:extLst>
          </p:nvPr>
        </p:nvGraphicFramePr>
        <p:xfrm>
          <a:off x="5189638" y="4641981"/>
          <a:ext cx="2601522" cy="276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386487912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813988776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23605770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612332911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78974312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687282717"/>
                    </a:ext>
                  </a:extLst>
                </a:gridCol>
              </a:tblGrid>
              <a:tr h="276999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263577"/>
                  </a:ext>
                </a:extLst>
              </a:tr>
            </a:tbl>
          </a:graphicData>
        </a:graphic>
      </p:graphicFrame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EF4E136-FC0C-48EA-825F-BA5EB6823241}"/>
              </a:ext>
            </a:extLst>
          </p:cNvPr>
          <p:cNvCxnSpPr/>
          <p:nvPr/>
        </p:nvCxnSpPr>
        <p:spPr>
          <a:xfrm>
            <a:off x="5189638" y="2759978"/>
            <a:ext cx="17312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D3859E3-74CF-49AC-AB7D-7C87619D44C6}"/>
              </a:ext>
            </a:extLst>
          </p:cNvPr>
          <p:cNvSpPr txBox="1"/>
          <p:nvPr/>
        </p:nvSpPr>
        <p:spPr>
          <a:xfrm>
            <a:off x="5686849" y="2540474"/>
            <a:ext cx="829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frame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0586818-972D-41BF-B914-E06F95C17A5A}"/>
              </a:ext>
            </a:extLst>
          </p:cNvPr>
          <p:cNvCxnSpPr>
            <a:cxnSpLocks/>
          </p:cNvCxnSpPr>
          <p:nvPr/>
        </p:nvCxnSpPr>
        <p:spPr>
          <a:xfrm flipH="1">
            <a:off x="6920917" y="2759978"/>
            <a:ext cx="8702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E4CF2F1B-14BB-43F0-A02E-BEC4219F2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368748"/>
              </p:ext>
            </p:extLst>
          </p:nvPr>
        </p:nvGraphicFramePr>
        <p:xfrm>
          <a:off x="7740826" y="2866011"/>
          <a:ext cx="353347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3347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2312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83">
            <a:extLst>
              <a:ext uri="{FF2B5EF4-FFF2-40B4-BE49-F238E27FC236}">
                <a16:creationId xmlns:a16="http://schemas.microsoft.com/office/drawing/2014/main" id="{4E858B05-19B7-4C9A-B13F-D0674ADA5861}"/>
              </a:ext>
            </a:extLst>
          </p:cNvPr>
          <p:cNvGrpSpPr/>
          <p:nvPr/>
        </p:nvGrpSpPr>
        <p:grpSpPr>
          <a:xfrm>
            <a:off x="3113713" y="192946"/>
            <a:ext cx="8257566" cy="4688736"/>
            <a:chOff x="3113713" y="192946"/>
            <a:chExt cx="8257566" cy="468873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FEBA696-B4C0-464C-9472-611B1CF92C3C}"/>
                </a:ext>
              </a:extLst>
            </p:cNvPr>
            <p:cNvSpPr/>
            <p:nvPr/>
          </p:nvSpPr>
          <p:spPr>
            <a:xfrm>
              <a:off x="5217952" y="192946"/>
              <a:ext cx="2172748" cy="5033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Link Quality Estimators (LQEs)</a:t>
              </a: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CFC15B04-9618-4744-97BA-3C147C669480}"/>
                </a:ext>
              </a:extLst>
            </p:cNvPr>
            <p:cNvCxnSpPr>
              <a:cxnSpLocks/>
              <a:stCxn id="2" idx="2"/>
              <a:endCxn id="13" idx="0"/>
            </p:cNvCxnSpPr>
            <p:nvPr/>
          </p:nvCxnSpPr>
          <p:spPr>
            <a:xfrm rot="5400000">
              <a:off x="4842196" y="-93327"/>
              <a:ext cx="672518" cy="2251743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AA5CE5C-8267-44EF-8972-8E6FDE451D80}"/>
                </a:ext>
              </a:extLst>
            </p:cNvPr>
            <p:cNvSpPr/>
            <p:nvPr/>
          </p:nvSpPr>
          <p:spPr>
            <a:xfrm>
              <a:off x="3113714" y="1368803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Hardware-based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6D807F5-2CFD-4BC6-ACED-EFDD8443B781}"/>
                </a:ext>
              </a:extLst>
            </p:cNvPr>
            <p:cNvSpPr/>
            <p:nvPr/>
          </p:nvSpPr>
          <p:spPr>
            <a:xfrm>
              <a:off x="7997504" y="1371599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Software-based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B48114-FB56-48B3-9EED-B8A18A41DBFB}"/>
                </a:ext>
              </a:extLst>
            </p:cNvPr>
            <p:cNvSpPr/>
            <p:nvPr/>
          </p:nvSpPr>
          <p:spPr>
            <a:xfrm>
              <a:off x="3398941" y="2406241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RSSI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AE4D18D-A588-4BAB-8011-BA9A0792ECB5}"/>
                </a:ext>
              </a:extLst>
            </p:cNvPr>
            <p:cNvSpPr/>
            <p:nvPr/>
          </p:nvSpPr>
          <p:spPr>
            <a:xfrm>
              <a:off x="3398940" y="3176630"/>
              <a:ext cx="1349231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LQI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0BD3B95-5F27-40D0-958B-AD42D1095BCA}"/>
                </a:ext>
              </a:extLst>
            </p:cNvPr>
            <p:cNvSpPr/>
            <p:nvPr/>
          </p:nvSpPr>
          <p:spPr>
            <a:xfrm>
              <a:off x="3398940" y="3947019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SNR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C127308B-EE83-4BC1-B819-77EC4E31B317}"/>
                </a:ext>
              </a:extLst>
            </p:cNvPr>
            <p:cNvCxnSpPr>
              <a:cxnSpLocks/>
              <a:stCxn id="13" idx="1"/>
              <a:endCxn id="17" idx="1"/>
            </p:cNvCxnSpPr>
            <p:nvPr/>
          </p:nvCxnSpPr>
          <p:spPr>
            <a:xfrm rot="10800000" flipH="1" flipV="1">
              <a:off x="3113714" y="1619774"/>
              <a:ext cx="285226" cy="2578216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232208F-E00F-49DE-BEB2-20B60227B9A4}"/>
                </a:ext>
              </a:extLst>
            </p:cNvPr>
            <p:cNvCxnSpPr>
              <a:cxnSpLocks/>
              <a:stCxn id="13" idx="1"/>
              <a:endCxn id="15" idx="1"/>
            </p:cNvCxnSpPr>
            <p:nvPr/>
          </p:nvCxnSpPr>
          <p:spPr>
            <a:xfrm rot="10800000" flipH="1" flipV="1">
              <a:off x="3113713" y="1619774"/>
              <a:ext cx="285227" cy="1037438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7C0B7C-2CCF-4063-9995-3AA8A1E8C14C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 flipH="1" flipV="1">
              <a:off x="3113714" y="1619773"/>
              <a:ext cx="285226" cy="1807827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114E8C79-D4EF-48ED-B6C1-1DFCAF3CD5C5}"/>
                </a:ext>
              </a:extLst>
            </p:cNvPr>
            <p:cNvCxnSpPr>
              <a:cxnSpLocks/>
              <a:stCxn id="2" idx="2"/>
              <a:endCxn id="14" idx="0"/>
            </p:cNvCxnSpPr>
            <p:nvPr/>
          </p:nvCxnSpPr>
          <p:spPr>
            <a:xfrm rot="16200000" flipH="1">
              <a:off x="7282692" y="-282082"/>
              <a:ext cx="675314" cy="26320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6" idx="0"/>
            </p:cNvCxnSpPr>
            <p:nvPr/>
          </p:nvCxnSpPr>
          <p:spPr>
            <a:xfrm rot="5400000">
              <a:off x="7859087" y="1195430"/>
              <a:ext cx="399176" cy="175539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52BD580-6BE5-48D5-948A-C405B66C9A58}"/>
                </a:ext>
              </a:extLst>
            </p:cNvPr>
            <p:cNvSpPr/>
            <p:nvPr/>
          </p:nvSpPr>
          <p:spPr>
            <a:xfrm>
              <a:off x="6506361" y="2272716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PRR-based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4F5816-F610-4674-BD3B-ADD0C3B2EAB7}"/>
                </a:ext>
              </a:extLst>
            </p:cNvPr>
            <p:cNvSpPr/>
            <p:nvPr/>
          </p:nvSpPr>
          <p:spPr>
            <a:xfrm>
              <a:off x="8264205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RNP-based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CB28C8F-5D54-414B-AEBD-5B6F4AA9570A}"/>
                </a:ext>
              </a:extLst>
            </p:cNvPr>
            <p:cNvSpPr/>
            <p:nvPr/>
          </p:nvSpPr>
          <p:spPr>
            <a:xfrm>
              <a:off x="10022049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Score-based</a:t>
              </a: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374509F2-9FDF-4229-BE00-4D14ADE10577}"/>
                </a:ext>
              </a:extLst>
            </p:cNvPr>
            <p:cNvCxnSpPr>
              <a:cxnSpLocks/>
              <a:stCxn id="14" idx="2"/>
              <a:endCxn id="38" idx="0"/>
            </p:cNvCxnSpPr>
            <p:nvPr/>
          </p:nvCxnSpPr>
          <p:spPr>
            <a:xfrm rot="16200000" flipH="1">
              <a:off x="8738009" y="2071903"/>
              <a:ext cx="399175" cy="24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9" idx="0"/>
            </p:cNvCxnSpPr>
            <p:nvPr/>
          </p:nvCxnSpPr>
          <p:spPr>
            <a:xfrm rot="16200000" flipH="1">
              <a:off x="9616931" y="1192981"/>
              <a:ext cx="399175" cy="1760291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4BFFE31-9C75-4EA1-A00F-4B7811E969BE}"/>
                </a:ext>
              </a:extLst>
            </p:cNvPr>
            <p:cNvSpPr/>
            <p:nvPr/>
          </p:nvSpPr>
          <p:spPr>
            <a:xfrm>
              <a:off x="6623807" y="3020033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6944BA4-EF75-4F52-816A-79035BE048A9}"/>
                </a:ext>
              </a:extLst>
            </p:cNvPr>
            <p:cNvSpPr/>
            <p:nvPr/>
          </p:nvSpPr>
          <p:spPr>
            <a:xfrm>
              <a:off x="6627302" y="3643614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WMEWMA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0F4E49CE-00AE-4A84-839E-8FDEEF0B14CF}"/>
                </a:ext>
              </a:extLst>
            </p:cNvPr>
            <p:cNvCxnSpPr>
              <a:cxnSpLocks/>
              <a:stCxn id="36" idx="1"/>
              <a:endCxn id="46" idx="1"/>
            </p:cNvCxnSpPr>
            <p:nvPr/>
          </p:nvCxnSpPr>
          <p:spPr>
            <a:xfrm rot="10800000" flipH="1" flipV="1">
              <a:off x="6506361" y="2523686"/>
              <a:ext cx="117446" cy="747317"/>
            </a:xfrm>
            <a:prstGeom prst="bentConnector3">
              <a:avLst>
                <a:gd name="adj1" fmla="val -194643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AAFF1CE-6C74-425A-9BC9-71FD7348B8D9}"/>
                </a:ext>
              </a:extLst>
            </p:cNvPr>
            <p:cNvCxnSpPr>
              <a:cxnSpLocks/>
              <a:stCxn id="36" idx="1"/>
              <a:endCxn id="47" idx="1"/>
            </p:cNvCxnSpPr>
            <p:nvPr/>
          </p:nvCxnSpPr>
          <p:spPr>
            <a:xfrm rot="10800000" flipH="1" flipV="1">
              <a:off x="6506360" y="2523687"/>
              <a:ext cx="120941" cy="1370898"/>
            </a:xfrm>
            <a:prstGeom prst="bentConnector3">
              <a:avLst>
                <a:gd name="adj1" fmla="val -18901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55DE62C-95D2-4EC2-B2A6-C5096DF69265}"/>
                </a:ext>
              </a:extLst>
            </p:cNvPr>
            <p:cNvSpPr/>
            <p:nvPr/>
          </p:nvSpPr>
          <p:spPr>
            <a:xfrm>
              <a:off x="8388641" y="3020032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ETX</a:t>
              </a:r>
            </a:p>
          </p:txBody>
        </p:sp>
        <p:cxnSp>
          <p:nvCxnSpPr>
            <p:cNvPr id="55" name="Connector: Elbow 54">
              <a:extLst>
                <a:ext uri="{FF2B5EF4-FFF2-40B4-BE49-F238E27FC236}">
                  <a16:creationId xmlns:a16="http://schemas.microsoft.com/office/drawing/2014/main" id="{01E35C81-211F-4047-8095-D2FC9122A037}"/>
                </a:ext>
              </a:extLst>
            </p:cNvPr>
            <p:cNvCxnSpPr>
              <a:cxnSpLocks/>
              <a:stCxn id="38" idx="1"/>
              <a:endCxn id="54" idx="1"/>
            </p:cNvCxnSpPr>
            <p:nvPr/>
          </p:nvCxnSpPr>
          <p:spPr>
            <a:xfrm rot="10800000" flipH="1" flipV="1">
              <a:off x="8264205" y="2523685"/>
              <a:ext cx="124436" cy="747317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89ECE56-B72A-47D4-81BE-31A31344FD87}"/>
                </a:ext>
              </a:extLst>
            </p:cNvPr>
            <p:cNvSpPr/>
            <p:nvPr/>
          </p:nvSpPr>
          <p:spPr>
            <a:xfrm>
              <a:off x="8388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Four-bit</a:t>
              </a:r>
            </a:p>
          </p:txBody>
        </p:sp>
        <p:cxnSp>
          <p:nvCxnSpPr>
            <p:cNvPr id="59" name="Connector: Elbow 58">
              <a:extLst>
                <a:ext uri="{FF2B5EF4-FFF2-40B4-BE49-F238E27FC236}">
                  <a16:creationId xmlns:a16="http://schemas.microsoft.com/office/drawing/2014/main" id="{C554FFEC-FFCB-4BC5-911B-C5C414965B04}"/>
                </a:ext>
              </a:extLst>
            </p:cNvPr>
            <p:cNvCxnSpPr>
              <a:cxnSpLocks/>
              <a:stCxn id="36" idx="1"/>
              <a:endCxn id="62" idx="1"/>
            </p:cNvCxnSpPr>
            <p:nvPr/>
          </p:nvCxnSpPr>
          <p:spPr>
            <a:xfrm rot="10800000" flipH="1" flipV="1">
              <a:off x="6506361" y="2523686"/>
              <a:ext cx="124436" cy="2107025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5CE863D-8958-4A04-B037-2BF5970D9B78}"/>
                </a:ext>
              </a:extLst>
            </p:cNvPr>
            <p:cNvSpPr/>
            <p:nvPr/>
          </p:nvSpPr>
          <p:spPr>
            <a:xfrm>
              <a:off x="6630797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28B003E-E98D-483B-B747-7906CCF69A20}"/>
                </a:ext>
              </a:extLst>
            </p:cNvPr>
            <p:cNvSpPr/>
            <p:nvPr/>
          </p:nvSpPr>
          <p:spPr>
            <a:xfrm>
              <a:off x="8381652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C7868742-7D29-4C66-924E-C0A01275B7CE}"/>
                </a:ext>
              </a:extLst>
            </p:cNvPr>
            <p:cNvCxnSpPr>
              <a:cxnSpLocks/>
              <a:stCxn id="38" idx="1"/>
              <a:endCxn id="58" idx="1"/>
            </p:cNvCxnSpPr>
            <p:nvPr/>
          </p:nvCxnSpPr>
          <p:spPr>
            <a:xfrm rot="10800000" flipH="1" flipV="1">
              <a:off x="8264205" y="2523686"/>
              <a:ext cx="124436" cy="1365302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: Elbow 67">
              <a:extLst>
                <a:ext uri="{FF2B5EF4-FFF2-40B4-BE49-F238E27FC236}">
                  <a16:creationId xmlns:a16="http://schemas.microsoft.com/office/drawing/2014/main" id="{1DE65F3C-C7AE-40B1-8831-BB8812C461CC}"/>
                </a:ext>
              </a:extLst>
            </p:cNvPr>
            <p:cNvCxnSpPr>
              <a:cxnSpLocks/>
              <a:stCxn id="38" idx="1"/>
              <a:endCxn id="64" idx="1"/>
            </p:cNvCxnSpPr>
            <p:nvPr/>
          </p:nvCxnSpPr>
          <p:spPr>
            <a:xfrm rot="10800000" flipH="1" flipV="1">
              <a:off x="8264204" y="2523686"/>
              <a:ext cx="117447" cy="2107026"/>
            </a:xfrm>
            <a:prstGeom prst="bentConnector3">
              <a:avLst>
                <a:gd name="adj1" fmla="val -19464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3EF9961-A20A-42E0-918A-E2914CB5345B}"/>
                </a:ext>
              </a:extLst>
            </p:cNvPr>
            <p:cNvSpPr/>
            <p:nvPr/>
          </p:nvSpPr>
          <p:spPr>
            <a:xfrm>
              <a:off x="10146485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6176DB2F-110D-4C36-B0F2-6B6A2FF1B66B}"/>
                </a:ext>
              </a:extLst>
            </p:cNvPr>
            <p:cNvCxnSpPr>
              <a:cxnSpLocks/>
              <a:stCxn id="39" idx="1"/>
              <a:endCxn id="71" idx="1"/>
            </p:cNvCxnSpPr>
            <p:nvPr/>
          </p:nvCxnSpPr>
          <p:spPr>
            <a:xfrm rot="10800000" flipH="1" flipV="1">
              <a:off x="10022049" y="2523686"/>
              <a:ext cx="124436" cy="210702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E9CB6C2-8626-489D-8918-73FDEA1DD64E}"/>
                </a:ext>
              </a:extLst>
            </p:cNvPr>
            <p:cNvSpPr/>
            <p:nvPr/>
          </p:nvSpPr>
          <p:spPr>
            <a:xfrm>
              <a:off x="10146485" y="302003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F-LQE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C6B2F2E-0C14-4CB3-B809-BE02CE8BE6D2}"/>
                </a:ext>
              </a:extLst>
            </p:cNvPr>
            <p:cNvSpPr/>
            <p:nvPr/>
          </p:nvSpPr>
          <p:spPr>
            <a:xfrm>
              <a:off x="10142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WRE</a:t>
              </a:r>
            </a:p>
          </p:txBody>
        </p:sp>
        <p:cxnSp>
          <p:nvCxnSpPr>
            <p:cNvPr id="77" name="Connector: Elbow 76">
              <a:extLst>
                <a:ext uri="{FF2B5EF4-FFF2-40B4-BE49-F238E27FC236}">
                  <a16:creationId xmlns:a16="http://schemas.microsoft.com/office/drawing/2014/main" id="{52DE0D48-6C22-41CD-8BFD-1EE8CF2E41C0}"/>
                </a:ext>
              </a:extLst>
            </p:cNvPr>
            <p:cNvCxnSpPr>
              <a:cxnSpLocks/>
              <a:stCxn id="39" idx="1"/>
              <a:endCxn id="75" idx="1"/>
            </p:cNvCxnSpPr>
            <p:nvPr/>
          </p:nvCxnSpPr>
          <p:spPr>
            <a:xfrm rot="10800000" flipH="1" flipV="1">
              <a:off x="10022049" y="2523686"/>
              <a:ext cx="124436" cy="74731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: Elbow 79">
              <a:extLst>
                <a:ext uri="{FF2B5EF4-FFF2-40B4-BE49-F238E27FC236}">
                  <a16:creationId xmlns:a16="http://schemas.microsoft.com/office/drawing/2014/main" id="{E5AAC14F-11A0-4562-B935-0F63F50E61ED}"/>
                </a:ext>
              </a:extLst>
            </p:cNvPr>
            <p:cNvCxnSpPr>
              <a:cxnSpLocks/>
              <a:stCxn id="39" idx="1"/>
              <a:endCxn id="76" idx="1"/>
            </p:cNvCxnSpPr>
            <p:nvPr/>
          </p:nvCxnSpPr>
          <p:spPr>
            <a:xfrm rot="10800000" flipH="1" flipV="1">
              <a:off x="10022049" y="2523686"/>
              <a:ext cx="120592" cy="1365302"/>
            </a:xfrm>
            <a:prstGeom prst="bentConnector3">
              <a:avLst>
                <a:gd name="adj1" fmla="val -18956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281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58093D79-E758-4891-8946-84BCE0989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962697"/>
              </p:ext>
            </p:extLst>
          </p:nvPr>
        </p:nvGraphicFramePr>
        <p:xfrm>
          <a:off x="3850547" y="1868958"/>
          <a:ext cx="1845578" cy="2595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22789">
                  <a:extLst>
                    <a:ext uri="{9D8B030D-6E8A-4147-A177-3AD203B41FA5}">
                      <a16:colId xmlns:a16="http://schemas.microsoft.com/office/drawing/2014/main" val="3046647558"/>
                    </a:ext>
                  </a:extLst>
                </a:gridCol>
                <a:gridCol w="922789">
                  <a:extLst>
                    <a:ext uri="{9D8B030D-6E8A-4147-A177-3AD203B41FA5}">
                      <a16:colId xmlns:a16="http://schemas.microsoft.com/office/drawing/2014/main" val="293442922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Application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386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Transport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45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Network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Routing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279134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Adaptation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00984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MAC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60709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Duty Cycling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07127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Radio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599227"/>
                  </a:ext>
                </a:extLst>
              </a:tr>
            </a:tbl>
          </a:graphicData>
        </a:graphic>
      </p:graphicFrame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5FD3C92D-FA06-415F-B8D9-3D567B55E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751591"/>
              </p:ext>
            </p:extLst>
          </p:nvPr>
        </p:nvGraphicFramePr>
        <p:xfrm>
          <a:off x="5696125" y="1868958"/>
          <a:ext cx="1845578" cy="2595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22789">
                  <a:extLst>
                    <a:ext uri="{9D8B030D-6E8A-4147-A177-3AD203B41FA5}">
                      <a16:colId xmlns:a16="http://schemas.microsoft.com/office/drawing/2014/main" val="3046647558"/>
                    </a:ext>
                  </a:extLst>
                </a:gridCol>
                <a:gridCol w="922789">
                  <a:extLst>
                    <a:ext uri="{9D8B030D-6E8A-4147-A177-3AD203B41FA5}">
                      <a16:colId xmlns:a16="http://schemas.microsoft.com/office/drawing/2014/main" val="293442922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CoAP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386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UDP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45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uIP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RPL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279134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6LowPAN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00984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CSMA/CA, nullmac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60709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ContikiMAC, TSCH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07127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IEEE 802.15.4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599227"/>
                  </a:ext>
                </a:extLst>
              </a:tr>
            </a:tbl>
          </a:graphicData>
        </a:graphic>
      </p:graphicFrame>
      <p:sp>
        <p:nvSpPr>
          <p:cNvPr id="5" name="Left Brace 4">
            <a:extLst>
              <a:ext uri="{FF2B5EF4-FFF2-40B4-BE49-F238E27FC236}">
                <a16:creationId xmlns:a16="http://schemas.microsoft.com/office/drawing/2014/main" id="{8336A8E8-2EE3-4FA4-8C60-CF485EF3F97F}"/>
              </a:ext>
            </a:extLst>
          </p:cNvPr>
          <p:cNvSpPr/>
          <p:nvPr/>
        </p:nvSpPr>
        <p:spPr>
          <a:xfrm>
            <a:off x="3707934" y="1868958"/>
            <a:ext cx="83890" cy="143630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23C0A0-7CBC-4F35-9AFC-4BF06569926C}"/>
              </a:ext>
            </a:extLst>
          </p:cNvPr>
          <p:cNvSpPr txBox="1"/>
          <p:nvPr/>
        </p:nvSpPr>
        <p:spPr>
          <a:xfrm>
            <a:off x="2159821" y="2389769"/>
            <a:ext cx="14000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Network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7042E9-9FA9-4490-B8DD-1E852464EA53}"/>
              </a:ext>
            </a:extLst>
          </p:cNvPr>
          <p:cNvSpPr txBox="1"/>
          <p:nvPr/>
        </p:nvSpPr>
        <p:spPr>
          <a:xfrm>
            <a:off x="2467262" y="3383462"/>
            <a:ext cx="107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MAC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06C25-6BF0-4A79-8319-9AD6B06F9D7A}"/>
              </a:ext>
            </a:extLst>
          </p:cNvPr>
          <p:cNvSpPr txBox="1"/>
          <p:nvPr/>
        </p:nvSpPr>
        <p:spPr>
          <a:xfrm>
            <a:off x="2525985" y="3734902"/>
            <a:ext cx="10247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RDC Layer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3930F-6B88-4004-B6A3-0EF09CF3A120}"/>
              </a:ext>
            </a:extLst>
          </p:cNvPr>
          <p:cNvSpPr txBox="1"/>
          <p:nvPr/>
        </p:nvSpPr>
        <p:spPr>
          <a:xfrm>
            <a:off x="2404745" y="4126284"/>
            <a:ext cx="11498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Radio Layer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2B47529-952D-45FB-AAAF-92003EF376DB}"/>
              </a:ext>
            </a:extLst>
          </p:cNvPr>
          <p:cNvCxnSpPr>
            <a:cxnSpLocks/>
          </p:cNvCxnSpPr>
          <p:nvPr/>
        </p:nvCxnSpPr>
        <p:spPr>
          <a:xfrm flipH="1">
            <a:off x="3509895" y="3904179"/>
            <a:ext cx="3406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39F426-5B67-4E88-A1E2-B5AFBD9EDDFF}"/>
              </a:ext>
            </a:extLst>
          </p:cNvPr>
          <p:cNvCxnSpPr>
            <a:cxnSpLocks/>
          </p:cNvCxnSpPr>
          <p:nvPr/>
        </p:nvCxnSpPr>
        <p:spPr>
          <a:xfrm flipH="1">
            <a:off x="3509895" y="4303451"/>
            <a:ext cx="3389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2F9855-D508-4AA7-BEF2-6E551ACEB335}"/>
              </a:ext>
            </a:extLst>
          </p:cNvPr>
          <p:cNvCxnSpPr>
            <a:cxnSpLocks/>
          </p:cNvCxnSpPr>
          <p:nvPr/>
        </p:nvCxnSpPr>
        <p:spPr>
          <a:xfrm flipH="1" flipV="1">
            <a:off x="3509895" y="3552739"/>
            <a:ext cx="350440" cy="8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792F0F-40B0-44A6-881C-28889B033679}"/>
              </a:ext>
            </a:extLst>
          </p:cNvPr>
          <p:cNvCxnSpPr>
            <a:cxnSpLocks/>
          </p:cNvCxnSpPr>
          <p:nvPr/>
        </p:nvCxnSpPr>
        <p:spPr>
          <a:xfrm flipH="1" flipV="1">
            <a:off x="3548543" y="2587110"/>
            <a:ext cx="159392" cy="27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463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307</Words>
  <Application>Microsoft Office PowerPoint</Application>
  <PresentationFormat>Widescreen</PresentationFormat>
  <Paragraphs>247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39</cp:revision>
  <dcterms:created xsi:type="dcterms:W3CDTF">2020-08-20T14:34:00Z</dcterms:created>
  <dcterms:modified xsi:type="dcterms:W3CDTF">2020-10-08T15:16:49Z</dcterms:modified>
</cp:coreProperties>
</file>