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FDBF4-2E05-4106-ACE2-7B30A7F3DA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B642F5-BB5F-4BB7-9578-922FBD789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ECB17-04FC-43E1-9170-D6B02EC4C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336BD-2A7D-4CB1-A425-EDBB44797913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6BF93-3E49-436E-A912-5DE6D70F6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887D3-C69E-424A-85EA-2B4E265A5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EC034-00A7-4306-8A5F-F736ED78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75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1CAE0-352D-41B3-8CCE-8BE3AC5B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3542C-ADF2-43EA-9409-6E390F168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18367-90BE-49B8-B842-ECFA1A7C6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336BD-2A7D-4CB1-A425-EDBB44797913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0432B-2807-481A-A243-374CF1026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63A70-0097-4B17-BA90-F26942894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EC034-00A7-4306-8A5F-F736ED78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994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644B7-3A7E-429C-B1D0-97AC58AF4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E2ADD-71B5-4D2E-BE59-6F7AA89E4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F107F-10D1-4E85-B46D-59131B926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336BD-2A7D-4CB1-A425-EDBB44797913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2982B-6244-4587-BB4E-80395ACE7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C84A3-775D-4595-8136-0653BD693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EC034-00A7-4306-8A5F-F736ED78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0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EEA55-F664-4D25-AEA1-6C39BF952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7C7D1-4FEA-4148-81B0-D336219EFD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8F23C0-C0DA-4266-8DFD-ABAF7EAF2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E3C94-481A-49E1-822E-9CED2A22E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336BD-2A7D-4CB1-A425-EDBB44797913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C68FB-FE29-4A78-8304-D8C748872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FFE83-91A2-4089-A467-FAACDB160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EC034-00A7-4306-8A5F-F736ED78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82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1D62E-4A09-45CC-833F-C1399F205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F07D2-E441-483A-AB32-C20F02795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89213E-26A7-4733-8FDA-E81B311752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76B2B8-B41B-4AF0-9033-8D9B56C56D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12B7BF-2430-4291-BA0D-DFC6CE2259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AE1359-E89F-419A-AB8F-9CABC8B27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336BD-2A7D-4CB1-A425-EDBB44797913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5D0ACF-ED7A-4E1F-ABC7-4174D2F71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8B70D5-C1EC-466B-8960-AC3677E01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EC034-00A7-4306-8A5F-F736ED78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40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3DD59-937D-4C12-B60D-48FD1328C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DE071E-E742-4631-9B7E-0D33EB6C6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336BD-2A7D-4CB1-A425-EDBB44797913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38BB3B-BFD2-4BBE-82BB-E5333CE23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4F3997-A27D-4F9F-95B3-B23C9EBE2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EC034-00A7-4306-8A5F-F736ED78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285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430B49-46A8-4236-A918-31B3D9378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336BD-2A7D-4CB1-A425-EDBB44797913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809C9A-17B6-4252-87AD-9136382EF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8686E-AF4B-49C3-B4B2-D53268AB3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EC034-00A7-4306-8A5F-F736ED78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02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ACE34-1F5D-4C5D-B5E3-5278AB5A5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03CF-1E13-4D9D-82A3-DC0D44279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3A335-2950-4C9B-B818-93F94565A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AA96B-43B1-48DB-9347-1026CD662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336BD-2A7D-4CB1-A425-EDBB44797913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10709-7109-4EF7-AD55-BA3287C87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AB460-1F5B-4F1B-88AA-A294DDAB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EC034-00A7-4306-8A5F-F736ED78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890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E8C1-4F55-4BB6-925C-0071260B1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81034-7948-44A2-BD20-F7EF12C6F7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F460D-053F-4710-B21C-30377F2C02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F8F6A4-7653-4A03-B073-95DE0B039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336BD-2A7D-4CB1-A425-EDBB44797913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57D7B2-E464-4C6D-84B6-AA4BDA224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B02A0-F841-464B-9E85-26BFAE8CE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EC034-00A7-4306-8A5F-F736ED78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373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3F858-A226-421E-AF9E-FF1EA5781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91999B-4021-4847-A93D-B235C2672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52DA9-3DA2-4FB7-8D2B-0303FF4B5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336BD-2A7D-4CB1-A425-EDBB44797913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C304F-D396-4C26-9765-E5DE1A74F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81D53-91F0-45CF-8F64-11EBDFF2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EC034-00A7-4306-8A5F-F736ED78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04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503414-588A-4DD0-B1CB-D032465C92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6C92EA-D287-4230-9A81-1C16A2F7B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1096E-2184-4977-83C3-A2B0C2262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336BD-2A7D-4CB1-A425-EDBB44797913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FA22B-A8CC-4133-827E-007C60D0F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56CE0-A89D-4152-84D6-9E8638E90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EC034-00A7-4306-8A5F-F736ED78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406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D1CA3E-35BB-4C71-A579-88805F300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9F676-F24B-4149-869B-A8E670409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0B89F-0BEA-4E48-9A3D-1B69BE18ED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336BD-2A7D-4CB1-A425-EDBB44797913}" type="datetimeFigureOut">
              <a:rPr lang="en-US" smtClean="0"/>
              <a:t>9/18/2020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CD8B6-B29B-4B5E-8147-B61F11C996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F0B6B-8760-4FF0-AEDD-4050A39E2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EC034-00A7-4306-8A5F-F736ED78A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553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4C314-96CF-450E-BB70-5A9F13BEF6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F624B6-FD46-46F6-9467-06B049D4EA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339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7F44655-EED7-4DB7-8C65-486359261A46}"/>
              </a:ext>
            </a:extLst>
          </p:cNvPr>
          <p:cNvGrpSpPr/>
          <p:nvPr/>
        </p:nvGrpSpPr>
        <p:grpSpPr>
          <a:xfrm>
            <a:off x="3541403" y="1689354"/>
            <a:ext cx="5109194" cy="3479292"/>
            <a:chOff x="1827777" y="1600200"/>
            <a:chExt cx="5109194" cy="3479292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483674C9-68E9-4733-BA4F-CDEB038C0DE1}"/>
                </a:ext>
              </a:extLst>
            </p:cNvPr>
            <p:cNvSpPr/>
            <p:nvPr/>
          </p:nvSpPr>
          <p:spPr>
            <a:xfrm>
              <a:off x="4724400" y="1600200"/>
              <a:ext cx="457200" cy="45720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1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01DCF722-5653-44B6-B37A-A85F8C00F0D8}"/>
                </a:ext>
              </a:extLst>
            </p:cNvPr>
            <p:cNvSpPr/>
            <p:nvPr/>
          </p:nvSpPr>
          <p:spPr>
            <a:xfrm>
              <a:off x="4109222" y="3029954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4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79A5ED9F-E63A-4BE8-A30C-5342C13229A1}"/>
                </a:ext>
              </a:extLst>
            </p:cNvPr>
            <p:cNvSpPr/>
            <p:nvPr/>
          </p:nvSpPr>
          <p:spPr>
            <a:xfrm>
              <a:off x="1827777" y="3046196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3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74B83EF6-0AF1-430F-AE55-F30009BB8EEE}"/>
                </a:ext>
              </a:extLst>
            </p:cNvPr>
            <p:cNvSpPr/>
            <p:nvPr/>
          </p:nvSpPr>
          <p:spPr>
            <a:xfrm>
              <a:off x="1837944" y="4622292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7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A6E3DE41-D9A6-457C-B7A9-3006774703BB}"/>
                </a:ext>
              </a:extLst>
            </p:cNvPr>
            <p:cNvSpPr/>
            <p:nvPr/>
          </p:nvSpPr>
          <p:spPr>
            <a:xfrm>
              <a:off x="3019925" y="3750221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5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타원 16">
              <a:extLst>
                <a:ext uri="{FF2B5EF4-FFF2-40B4-BE49-F238E27FC236}">
                  <a16:creationId xmlns:a16="http://schemas.microsoft.com/office/drawing/2014/main" id="{F6B4C47E-C09E-422F-9FC9-E00C1B7A95A1}"/>
                </a:ext>
              </a:extLst>
            </p:cNvPr>
            <p:cNvSpPr/>
            <p:nvPr/>
          </p:nvSpPr>
          <p:spPr>
            <a:xfrm>
              <a:off x="5783580" y="2734056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6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타원 17">
              <a:extLst>
                <a:ext uri="{FF2B5EF4-FFF2-40B4-BE49-F238E27FC236}">
                  <a16:creationId xmlns:a16="http://schemas.microsoft.com/office/drawing/2014/main" id="{850E3C77-5761-442F-991E-5F6C74A8C7F3}"/>
                </a:ext>
              </a:extLst>
            </p:cNvPr>
            <p:cNvSpPr/>
            <p:nvPr/>
          </p:nvSpPr>
          <p:spPr>
            <a:xfrm>
              <a:off x="4786174" y="4315097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9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타원 18">
              <a:extLst>
                <a:ext uri="{FF2B5EF4-FFF2-40B4-BE49-F238E27FC236}">
                  <a16:creationId xmlns:a16="http://schemas.microsoft.com/office/drawing/2014/main" id="{D0BF644F-A4FE-43BF-BF7F-AB3347F79863}"/>
                </a:ext>
              </a:extLst>
            </p:cNvPr>
            <p:cNvSpPr/>
            <p:nvPr/>
          </p:nvSpPr>
          <p:spPr>
            <a:xfrm>
              <a:off x="6479771" y="3803904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8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타원 27">
              <a:extLst>
                <a:ext uri="{FF2B5EF4-FFF2-40B4-BE49-F238E27FC236}">
                  <a16:creationId xmlns:a16="http://schemas.microsoft.com/office/drawing/2014/main" id="{9814760A-5D2F-4ED9-A3A7-540ED0411FAC}"/>
                </a:ext>
              </a:extLst>
            </p:cNvPr>
            <p:cNvSpPr/>
            <p:nvPr/>
          </p:nvSpPr>
          <p:spPr>
            <a:xfrm>
              <a:off x="2944368" y="2042160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2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FCFEF84-8180-493D-A766-314834193D6A}"/>
                </a:ext>
              </a:extLst>
            </p:cNvPr>
            <p:cNvCxnSpPr>
              <a:stCxn id="13" idx="7"/>
              <a:endCxn id="5" idx="2"/>
            </p:cNvCxnSpPr>
            <p:nvPr/>
          </p:nvCxnSpPr>
          <p:spPr bwMode="auto">
            <a:xfrm flipV="1">
              <a:off x="3334613" y="1828800"/>
              <a:ext cx="1389787" cy="280315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75CA8FA-304A-49D6-8ACE-9A081C793B09}"/>
                </a:ext>
              </a:extLst>
            </p:cNvPr>
            <p:cNvCxnSpPr>
              <a:stCxn id="13" idx="3"/>
              <a:endCxn id="7" idx="7"/>
            </p:cNvCxnSpPr>
            <p:nvPr/>
          </p:nvCxnSpPr>
          <p:spPr bwMode="auto">
            <a:xfrm flipH="1">
              <a:off x="2218022" y="2432405"/>
              <a:ext cx="793301" cy="68074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530786B-1EDB-4886-9B62-CA2D996DE44F}"/>
                </a:ext>
              </a:extLst>
            </p:cNvPr>
            <p:cNvCxnSpPr>
              <a:stCxn id="7" idx="4"/>
              <a:endCxn id="8" idx="0"/>
            </p:cNvCxnSpPr>
            <p:nvPr/>
          </p:nvCxnSpPr>
          <p:spPr bwMode="auto">
            <a:xfrm>
              <a:off x="2056377" y="3503396"/>
              <a:ext cx="10167" cy="111889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0ECA4ED-28DB-4EE2-A18A-EB61D755C713}"/>
                </a:ext>
              </a:extLst>
            </p:cNvPr>
            <p:cNvCxnSpPr>
              <a:stCxn id="13" idx="4"/>
              <a:endCxn id="9" idx="0"/>
            </p:cNvCxnSpPr>
            <p:nvPr/>
          </p:nvCxnSpPr>
          <p:spPr bwMode="auto">
            <a:xfrm>
              <a:off x="3172968" y="2499360"/>
              <a:ext cx="75557" cy="125086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D492728-6810-4E1A-82E5-0FE8E601E76C}"/>
                </a:ext>
              </a:extLst>
            </p:cNvPr>
            <p:cNvCxnSpPr>
              <a:stCxn id="7" idx="5"/>
              <a:endCxn id="9" idx="2"/>
            </p:cNvCxnSpPr>
            <p:nvPr/>
          </p:nvCxnSpPr>
          <p:spPr bwMode="auto">
            <a:xfrm>
              <a:off x="2218022" y="3436441"/>
              <a:ext cx="801903" cy="54238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AE653B0-3135-489F-8023-1ED697535B50}"/>
                </a:ext>
              </a:extLst>
            </p:cNvPr>
            <p:cNvCxnSpPr>
              <a:cxnSpLocks/>
              <a:stCxn id="13" idx="6"/>
              <a:endCxn id="6" idx="1"/>
            </p:cNvCxnSpPr>
            <p:nvPr/>
          </p:nvCxnSpPr>
          <p:spPr bwMode="auto">
            <a:xfrm>
              <a:off x="3401568" y="2270760"/>
              <a:ext cx="774609" cy="82614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BC3C52D-A29D-40C2-A910-9A731268BDF4}"/>
                </a:ext>
              </a:extLst>
            </p:cNvPr>
            <p:cNvCxnSpPr>
              <a:stCxn id="5" idx="4"/>
              <a:endCxn id="6" idx="7"/>
            </p:cNvCxnSpPr>
            <p:nvPr/>
          </p:nvCxnSpPr>
          <p:spPr bwMode="auto">
            <a:xfrm flipH="1">
              <a:off x="4499467" y="2057400"/>
              <a:ext cx="453533" cy="103950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29F5C46-F4CF-4CB0-AF96-B51B471018F7}"/>
                </a:ext>
              </a:extLst>
            </p:cNvPr>
            <p:cNvCxnSpPr>
              <a:stCxn id="5" idx="6"/>
              <a:endCxn id="10" idx="0"/>
            </p:cNvCxnSpPr>
            <p:nvPr/>
          </p:nvCxnSpPr>
          <p:spPr bwMode="auto">
            <a:xfrm>
              <a:off x="5181600" y="1828800"/>
              <a:ext cx="830580" cy="90525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E853E3D-884A-4D21-BBBF-A055B412A39B}"/>
                </a:ext>
              </a:extLst>
            </p:cNvPr>
            <p:cNvCxnSpPr>
              <a:stCxn id="6" idx="6"/>
              <a:endCxn id="10" idx="2"/>
            </p:cNvCxnSpPr>
            <p:nvPr/>
          </p:nvCxnSpPr>
          <p:spPr bwMode="auto">
            <a:xfrm flipV="1">
              <a:off x="4566422" y="2962656"/>
              <a:ext cx="1217158" cy="29589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B308274-F937-40E0-B204-0B4E9042E40C}"/>
                </a:ext>
              </a:extLst>
            </p:cNvPr>
            <p:cNvCxnSpPr>
              <a:stCxn id="9" idx="6"/>
              <a:endCxn id="6" idx="3"/>
            </p:cNvCxnSpPr>
            <p:nvPr/>
          </p:nvCxnSpPr>
          <p:spPr bwMode="auto">
            <a:xfrm flipV="1">
              <a:off x="3477125" y="3420199"/>
              <a:ext cx="699052" cy="55862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ABECEAB-9744-4B64-BBFD-4520C23D1FB7}"/>
                </a:ext>
              </a:extLst>
            </p:cNvPr>
            <p:cNvCxnSpPr>
              <a:cxnSpLocks/>
              <a:stCxn id="6" idx="5"/>
              <a:endCxn id="11" idx="1"/>
            </p:cNvCxnSpPr>
            <p:nvPr/>
          </p:nvCxnSpPr>
          <p:spPr bwMode="auto">
            <a:xfrm>
              <a:off x="4499467" y="3420199"/>
              <a:ext cx="353662" cy="961853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A930C81-0B98-45C6-8DD1-DF4349A079EE}"/>
                </a:ext>
              </a:extLst>
            </p:cNvPr>
            <p:cNvCxnSpPr>
              <a:stCxn id="11" idx="7"/>
              <a:endCxn id="10" idx="4"/>
            </p:cNvCxnSpPr>
            <p:nvPr/>
          </p:nvCxnSpPr>
          <p:spPr bwMode="auto">
            <a:xfrm flipV="1">
              <a:off x="5176419" y="3191256"/>
              <a:ext cx="835761" cy="119079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7C5A75F-FA30-4A01-A249-D07EB9030A91}"/>
                </a:ext>
              </a:extLst>
            </p:cNvPr>
            <p:cNvCxnSpPr>
              <a:stCxn id="10" idx="6"/>
              <a:endCxn id="12" idx="0"/>
            </p:cNvCxnSpPr>
            <p:nvPr/>
          </p:nvCxnSpPr>
          <p:spPr bwMode="auto">
            <a:xfrm>
              <a:off x="6240780" y="2962656"/>
              <a:ext cx="467591" cy="8412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4923814-ED29-4A4A-A895-9DAA4291F7FF}"/>
                </a:ext>
              </a:extLst>
            </p:cNvPr>
            <p:cNvCxnSpPr>
              <a:stCxn id="11" idx="6"/>
              <a:endCxn id="12" idx="3"/>
            </p:cNvCxnSpPr>
            <p:nvPr/>
          </p:nvCxnSpPr>
          <p:spPr bwMode="auto">
            <a:xfrm flipV="1">
              <a:off x="5243374" y="4194149"/>
              <a:ext cx="1303352" cy="34954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A9D062B-5542-4717-8F24-CE3278FDC782}"/>
                </a:ext>
              </a:extLst>
            </p:cNvPr>
            <p:cNvCxnSpPr>
              <a:stCxn id="11" idx="2"/>
              <a:endCxn id="9" idx="5"/>
            </p:cNvCxnSpPr>
            <p:nvPr/>
          </p:nvCxnSpPr>
          <p:spPr bwMode="auto">
            <a:xfrm flipH="1" flipV="1">
              <a:off x="3410170" y="4140466"/>
              <a:ext cx="1376004" cy="40323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8E48B38-3A4A-452A-917B-C9CF7DD86283}"/>
                </a:ext>
              </a:extLst>
            </p:cNvPr>
            <p:cNvCxnSpPr>
              <a:stCxn id="8" idx="6"/>
              <a:endCxn id="9" idx="3"/>
            </p:cNvCxnSpPr>
            <p:nvPr/>
          </p:nvCxnSpPr>
          <p:spPr bwMode="auto">
            <a:xfrm flipV="1">
              <a:off x="2295144" y="4140466"/>
              <a:ext cx="791736" cy="71042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524225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BF89BCA-8202-4963-B8EE-874D9703643A}"/>
              </a:ext>
            </a:extLst>
          </p:cNvPr>
          <p:cNvCxnSpPr>
            <a:cxnSpLocks/>
          </p:cNvCxnSpPr>
          <p:nvPr/>
        </p:nvCxnSpPr>
        <p:spPr>
          <a:xfrm flipH="1">
            <a:off x="1878646" y="913927"/>
            <a:ext cx="1" cy="3481904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C4FBA75-DB19-4296-8069-62C773B19C61}"/>
              </a:ext>
            </a:extLst>
          </p:cNvPr>
          <p:cNvCxnSpPr>
            <a:cxnSpLocks/>
          </p:cNvCxnSpPr>
          <p:nvPr/>
        </p:nvCxnSpPr>
        <p:spPr>
          <a:xfrm>
            <a:off x="8744931" y="920278"/>
            <a:ext cx="0" cy="347555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D752154-3EAE-4B3D-AE03-19BBF5B5EBC2}"/>
              </a:ext>
            </a:extLst>
          </p:cNvPr>
          <p:cNvCxnSpPr>
            <a:cxnSpLocks/>
          </p:cNvCxnSpPr>
          <p:nvPr/>
        </p:nvCxnSpPr>
        <p:spPr>
          <a:xfrm flipV="1">
            <a:off x="1869265" y="3568243"/>
            <a:ext cx="6875666" cy="637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8EA171F-0638-4B71-9513-1962F55DE64F}"/>
              </a:ext>
            </a:extLst>
          </p:cNvPr>
          <p:cNvSpPr txBox="1"/>
          <p:nvPr/>
        </p:nvSpPr>
        <p:spPr>
          <a:xfrm>
            <a:off x="4363971" y="3601384"/>
            <a:ext cx="16530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Network Contruction Period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F79997F-6778-469A-B277-A44E1DCBD71B}"/>
              </a:ext>
            </a:extLst>
          </p:cNvPr>
          <p:cNvCxnSpPr>
            <a:cxnSpLocks/>
          </p:cNvCxnSpPr>
          <p:nvPr/>
        </p:nvCxnSpPr>
        <p:spPr>
          <a:xfrm>
            <a:off x="1870745" y="907409"/>
            <a:ext cx="3304339" cy="62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217BC3D-BC34-4CC0-B8C0-627A0EC6278B}"/>
              </a:ext>
            </a:extLst>
          </p:cNvPr>
          <p:cNvSpPr txBox="1"/>
          <p:nvPr/>
        </p:nvSpPr>
        <p:spPr>
          <a:xfrm>
            <a:off x="3065897" y="692178"/>
            <a:ext cx="9140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Joining Period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0C0B18D-8218-4BE8-AA24-2150E3861037}"/>
              </a:ext>
            </a:extLst>
          </p:cNvPr>
          <p:cNvCxnSpPr>
            <a:cxnSpLocks/>
          </p:cNvCxnSpPr>
          <p:nvPr/>
        </p:nvCxnSpPr>
        <p:spPr>
          <a:xfrm>
            <a:off x="5217614" y="903500"/>
            <a:ext cx="0" cy="2411235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9A7FF71-7306-43C0-94B4-31F1B77F443C}"/>
              </a:ext>
            </a:extLst>
          </p:cNvPr>
          <p:cNvCxnSpPr>
            <a:cxnSpLocks/>
          </p:cNvCxnSpPr>
          <p:nvPr/>
        </p:nvCxnSpPr>
        <p:spPr>
          <a:xfrm>
            <a:off x="5264892" y="907409"/>
            <a:ext cx="34800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EE3ACD3-6B66-4CD7-80E1-CB4D74A521CF}"/>
              </a:ext>
            </a:extLst>
          </p:cNvPr>
          <p:cNvSpPr txBox="1"/>
          <p:nvPr/>
        </p:nvSpPr>
        <p:spPr>
          <a:xfrm>
            <a:off x="6157549" y="690789"/>
            <a:ext cx="16514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Measure Link Quality Period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88931F9-8375-4703-87B1-49AE3DF7766B}"/>
              </a:ext>
            </a:extLst>
          </p:cNvPr>
          <p:cNvCxnSpPr>
            <a:cxnSpLocks/>
          </p:cNvCxnSpPr>
          <p:nvPr/>
        </p:nvCxnSpPr>
        <p:spPr>
          <a:xfrm flipV="1">
            <a:off x="1870745" y="1293300"/>
            <a:ext cx="393192" cy="310896"/>
          </a:xfrm>
          <a:prstGeom prst="line">
            <a:avLst/>
          </a:prstGeom>
          <a:ln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F002431-48AA-480C-A30B-E603A901AFE7}"/>
              </a:ext>
            </a:extLst>
          </p:cNvPr>
          <p:cNvCxnSpPr>
            <a:cxnSpLocks/>
          </p:cNvCxnSpPr>
          <p:nvPr/>
        </p:nvCxnSpPr>
        <p:spPr>
          <a:xfrm flipV="1">
            <a:off x="1870745" y="1616233"/>
            <a:ext cx="393192" cy="310896"/>
          </a:xfrm>
          <a:prstGeom prst="line">
            <a:avLst/>
          </a:prstGeom>
          <a:ln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D8C354E-2659-4008-AC4A-43E4F06339E2}"/>
              </a:ext>
            </a:extLst>
          </p:cNvPr>
          <p:cNvCxnSpPr>
            <a:cxnSpLocks/>
          </p:cNvCxnSpPr>
          <p:nvPr/>
        </p:nvCxnSpPr>
        <p:spPr>
          <a:xfrm flipV="1">
            <a:off x="1870745" y="1927971"/>
            <a:ext cx="393192" cy="310896"/>
          </a:xfrm>
          <a:prstGeom prst="line">
            <a:avLst/>
          </a:prstGeom>
          <a:ln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3FAE7C8-97F5-4694-B25E-906F18C0F0EF}"/>
              </a:ext>
            </a:extLst>
          </p:cNvPr>
          <p:cNvCxnSpPr>
            <a:cxnSpLocks/>
          </p:cNvCxnSpPr>
          <p:nvPr/>
        </p:nvCxnSpPr>
        <p:spPr>
          <a:xfrm>
            <a:off x="1870745" y="2574228"/>
            <a:ext cx="1918196" cy="0"/>
          </a:xfrm>
          <a:prstGeom prst="line">
            <a:avLst/>
          </a:prstGeom>
          <a:ln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A3834E33-4375-41FB-A8B4-7407190A18A3}"/>
              </a:ext>
            </a:extLst>
          </p:cNvPr>
          <p:cNvCxnSpPr/>
          <p:nvPr/>
        </p:nvCxnSpPr>
        <p:spPr>
          <a:xfrm flipV="1">
            <a:off x="4372905" y="1917064"/>
            <a:ext cx="1917998" cy="6945"/>
          </a:xfrm>
          <a:prstGeom prst="line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85" name="Rectangle 184">
            <a:extLst>
              <a:ext uri="{FF2B5EF4-FFF2-40B4-BE49-F238E27FC236}">
                <a16:creationId xmlns:a16="http://schemas.microsoft.com/office/drawing/2014/main" id="{72D364F0-E728-40A7-8773-55B4DC31B79C}"/>
              </a:ext>
            </a:extLst>
          </p:cNvPr>
          <p:cNvSpPr>
            <a:spLocks noChangeAspect="1"/>
          </p:cNvSpPr>
          <p:nvPr/>
        </p:nvSpPr>
        <p:spPr>
          <a:xfrm>
            <a:off x="2443894" y="3974334"/>
            <a:ext cx="310896" cy="311835"/>
          </a:xfrm>
          <a:prstGeom prst="rect">
            <a:avLst/>
          </a:prstGeom>
          <a:ln w="317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/>
              <a:t>Tx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AB5C14CE-D052-4212-AA56-8DDE1FC1E09E}"/>
              </a:ext>
            </a:extLst>
          </p:cNvPr>
          <p:cNvSpPr>
            <a:spLocks noChangeAspect="1"/>
          </p:cNvSpPr>
          <p:nvPr/>
        </p:nvSpPr>
        <p:spPr>
          <a:xfrm>
            <a:off x="4701675" y="3975827"/>
            <a:ext cx="310896" cy="311835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/>
              <a:t>Rx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164C947B-9A7A-41F5-948D-A7C0BCFE4FDF}"/>
              </a:ext>
            </a:extLst>
          </p:cNvPr>
          <p:cNvSpPr>
            <a:spLocks noChangeAspect="1"/>
          </p:cNvSpPr>
          <p:nvPr/>
        </p:nvSpPr>
        <p:spPr>
          <a:xfrm>
            <a:off x="6833634" y="3977842"/>
            <a:ext cx="310896" cy="311835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000"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C985A5EC-EEC4-41C3-913D-9ADFD4436A20}"/>
              </a:ext>
            </a:extLst>
          </p:cNvPr>
          <p:cNvSpPr txBox="1"/>
          <p:nvPr/>
        </p:nvSpPr>
        <p:spPr>
          <a:xfrm>
            <a:off x="7161142" y="3976167"/>
            <a:ext cx="8338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Idle timeslot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FB553094-5558-41CB-86CB-1542AF774A2F}"/>
              </a:ext>
            </a:extLst>
          </p:cNvPr>
          <p:cNvSpPr txBox="1"/>
          <p:nvPr/>
        </p:nvSpPr>
        <p:spPr>
          <a:xfrm>
            <a:off x="5022262" y="3985975"/>
            <a:ext cx="10438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Receive timeslot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5499DAFE-1847-4342-BF63-50D0ADCC7B51}"/>
              </a:ext>
            </a:extLst>
          </p:cNvPr>
          <p:cNvSpPr txBox="1"/>
          <p:nvPr/>
        </p:nvSpPr>
        <p:spPr>
          <a:xfrm>
            <a:off x="2801962" y="3996057"/>
            <a:ext cx="11015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Transmit timeslot</a:t>
            </a:r>
          </a:p>
        </p:txBody>
      </p:sp>
      <p:graphicFrame>
        <p:nvGraphicFramePr>
          <p:cNvPr id="208" name="Table 206">
            <a:extLst>
              <a:ext uri="{FF2B5EF4-FFF2-40B4-BE49-F238E27FC236}">
                <a16:creationId xmlns:a16="http://schemas.microsoft.com/office/drawing/2014/main" id="{8E20AB0B-2502-4679-A3C2-89AB0C2CB4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088427"/>
              </p:ext>
            </p:extLst>
          </p:nvPr>
        </p:nvGraphicFramePr>
        <p:xfrm>
          <a:off x="1901355" y="1004419"/>
          <a:ext cx="2856843" cy="218448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427">
                  <a:extLst>
                    <a:ext uri="{9D8B030D-6E8A-4147-A177-3AD203B41FA5}">
                      <a16:colId xmlns:a16="http://schemas.microsoft.com/office/drawing/2014/main" val="1873709042"/>
                    </a:ext>
                  </a:extLst>
                </a:gridCol>
                <a:gridCol w="317427">
                  <a:extLst>
                    <a:ext uri="{9D8B030D-6E8A-4147-A177-3AD203B41FA5}">
                      <a16:colId xmlns:a16="http://schemas.microsoft.com/office/drawing/2014/main" val="1304311366"/>
                    </a:ext>
                  </a:extLst>
                </a:gridCol>
                <a:gridCol w="317427">
                  <a:extLst>
                    <a:ext uri="{9D8B030D-6E8A-4147-A177-3AD203B41FA5}">
                      <a16:colId xmlns:a16="http://schemas.microsoft.com/office/drawing/2014/main" val="4287913463"/>
                    </a:ext>
                  </a:extLst>
                </a:gridCol>
                <a:gridCol w="317427">
                  <a:extLst>
                    <a:ext uri="{9D8B030D-6E8A-4147-A177-3AD203B41FA5}">
                      <a16:colId xmlns:a16="http://schemas.microsoft.com/office/drawing/2014/main" val="2940938314"/>
                    </a:ext>
                  </a:extLst>
                </a:gridCol>
                <a:gridCol w="317427">
                  <a:extLst>
                    <a:ext uri="{9D8B030D-6E8A-4147-A177-3AD203B41FA5}">
                      <a16:colId xmlns:a16="http://schemas.microsoft.com/office/drawing/2014/main" val="956651065"/>
                    </a:ext>
                  </a:extLst>
                </a:gridCol>
                <a:gridCol w="317427">
                  <a:extLst>
                    <a:ext uri="{9D8B030D-6E8A-4147-A177-3AD203B41FA5}">
                      <a16:colId xmlns:a16="http://schemas.microsoft.com/office/drawing/2014/main" val="2147681480"/>
                    </a:ext>
                  </a:extLst>
                </a:gridCol>
                <a:gridCol w="317427">
                  <a:extLst>
                    <a:ext uri="{9D8B030D-6E8A-4147-A177-3AD203B41FA5}">
                      <a16:colId xmlns:a16="http://schemas.microsoft.com/office/drawing/2014/main" val="583069666"/>
                    </a:ext>
                  </a:extLst>
                </a:gridCol>
                <a:gridCol w="317427">
                  <a:extLst>
                    <a:ext uri="{9D8B030D-6E8A-4147-A177-3AD203B41FA5}">
                      <a16:colId xmlns:a16="http://schemas.microsoft.com/office/drawing/2014/main" val="1159969507"/>
                    </a:ext>
                  </a:extLst>
                </a:gridCol>
                <a:gridCol w="317427">
                  <a:extLst>
                    <a:ext uri="{9D8B030D-6E8A-4147-A177-3AD203B41FA5}">
                      <a16:colId xmlns:a16="http://schemas.microsoft.com/office/drawing/2014/main" val="2279263305"/>
                    </a:ext>
                  </a:extLst>
                </a:gridCol>
              </a:tblGrid>
              <a:tr h="259661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Tx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4360502"/>
                  </a:ext>
                </a:extLst>
              </a:tr>
              <a:tr h="259661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Tx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0287927"/>
                  </a:ext>
                </a:extLst>
              </a:tr>
              <a:tr h="259661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Tx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5488901"/>
                  </a:ext>
                </a:extLst>
              </a:tr>
              <a:tr h="259661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Tx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158438"/>
                  </a:ext>
                </a:extLst>
              </a:tr>
              <a:tr h="259661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Tx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453878"/>
                  </a:ext>
                </a:extLst>
              </a:tr>
              <a:tr h="221544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Tx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665989"/>
                  </a:ext>
                </a:extLst>
              </a:tr>
              <a:tr h="221544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Tx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129179"/>
                  </a:ext>
                </a:extLst>
              </a:tr>
              <a:tr h="221544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Tx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954676"/>
                  </a:ext>
                </a:extLst>
              </a:tr>
              <a:tr h="221544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Tx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66530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B1326D8-FB91-4709-8505-3CD75476B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640496"/>
              </p:ext>
            </p:extLst>
          </p:nvPr>
        </p:nvGraphicFramePr>
        <p:xfrm>
          <a:off x="1540652" y="996030"/>
          <a:ext cx="313055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3055">
                  <a:extLst>
                    <a:ext uri="{9D8B030D-6E8A-4147-A177-3AD203B41FA5}">
                      <a16:colId xmlns:a16="http://schemas.microsoft.com/office/drawing/2014/main" val="4006920305"/>
                    </a:ext>
                  </a:extLst>
                </a:gridCol>
              </a:tblGrid>
              <a:tr h="23710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kern="1200"/>
                        <a:t>1</a:t>
                      </a:r>
                      <a:endParaRPr lang="en-US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7582451"/>
                  </a:ext>
                </a:extLst>
              </a:tr>
              <a:tr h="237101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8332271"/>
                  </a:ext>
                </a:extLst>
              </a:tr>
              <a:tr h="237101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6663182"/>
                  </a:ext>
                </a:extLst>
              </a:tr>
              <a:tr h="237101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72426475"/>
                  </a:ext>
                </a:extLst>
              </a:tr>
              <a:tr h="237101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2895860"/>
                  </a:ext>
                </a:extLst>
              </a:tr>
              <a:tr h="237101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28451150"/>
                  </a:ext>
                </a:extLst>
              </a:tr>
              <a:tr h="237101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7593142"/>
                  </a:ext>
                </a:extLst>
              </a:tr>
              <a:tr h="237101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0289429"/>
                  </a:ext>
                </a:extLst>
              </a:tr>
              <a:tr h="237101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4704376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7BC1168D-E637-4BA9-B110-21A4DAC04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007362"/>
              </p:ext>
            </p:extLst>
          </p:nvPr>
        </p:nvGraphicFramePr>
        <p:xfrm>
          <a:off x="1901353" y="3267228"/>
          <a:ext cx="3191070" cy="2215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9107">
                  <a:extLst>
                    <a:ext uri="{9D8B030D-6E8A-4147-A177-3AD203B41FA5}">
                      <a16:colId xmlns:a16="http://schemas.microsoft.com/office/drawing/2014/main" val="875344286"/>
                    </a:ext>
                  </a:extLst>
                </a:gridCol>
                <a:gridCol w="319107">
                  <a:extLst>
                    <a:ext uri="{9D8B030D-6E8A-4147-A177-3AD203B41FA5}">
                      <a16:colId xmlns:a16="http://schemas.microsoft.com/office/drawing/2014/main" val="981137998"/>
                    </a:ext>
                  </a:extLst>
                </a:gridCol>
                <a:gridCol w="319107">
                  <a:extLst>
                    <a:ext uri="{9D8B030D-6E8A-4147-A177-3AD203B41FA5}">
                      <a16:colId xmlns:a16="http://schemas.microsoft.com/office/drawing/2014/main" val="1446481481"/>
                    </a:ext>
                  </a:extLst>
                </a:gridCol>
                <a:gridCol w="319107">
                  <a:extLst>
                    <a:ext uri="{9D8B030D-6E8A-4147-A177-3AD203B41FA5}">
                      <a16:colId xmlns:a16="http://schemas.microsoft.com/office/drawing/2014/main" val="3701112346"/>
                    </a:ext>
                  </a:extLst>
                </a:gridCol>
                <a:gridCol w="319107">
                  <a:extLst>
                    <a:ext uri="{9D8B030D-6E8A-4147-A177-3AD203B41FA5}">
                      <a16:colId xmlns:a16="http://schemas.microsoft.com/office/drawing/2014/main" val="610786900"/>
                    </a:ext>
                  </a:extLst>
                </a:gridCol>
                <a:gridCol w="319107">
                  <a:extLst>
                    <a:ext uri="{9D8B030D-6E8A-4147-A177-3AD203B41FA5}">
                      <a16:colId xmlns:a16="http://schemas.microsoft.com/office/drawing/2014/main" val="2762317586"/>
                    </a:ext>
                  </a:extLst>
                </a:gridCol>
                <a:gridCol w="319107">
                  <a:extLst>
                    <a:ext uri="{9D8B030D-6E8A-4147-A177-3AD203B41FA5}">
                      <a16:colId xmlns:a16="http://schemas.microsoft.com/office/drawing/2014/main" val="2775331855"/>
                    </a:ext>
                  </a:extLst>
                </a:gridCol>
                <a:gridCol w="319107">
                  <a:extLst>
                    <a:ext uri="{9D8B030D-6E8A-4147-A177-3AD203B41FA5}">
                      <a16:colId xmlns:a16="http://schemas.microsoft.com/office/drawing/2014/main" val="3969406031"/>
                    </a:ext>
                  </a:extLst>
                </a:gridCol>
                <a:gridCol w="319107">
                  <a:extLst>
                    <a:ext uri="{9D8B030D-6E8A-4147-A177-3AD203B41FA5}">
                      <a16:colId xmlns:a16="http://schemas.microsoft.com/office/drawing/2014/main" val="3051354527"/>
                    </a:ext>
                  </a:extLst>
                </a:gridCol>
                <a:gridCol w="319107">
                  <a:extLst>
                    <a:ext uri="{9D8B030D-6E8A-4147-A177-3AD203B41FA5}">
                      <a16:colId xmlns:a16="http://schemas.microsoft.com/office/drawing/2014/main" val="2956365600"/>
                    </a:ext>
                  </a:extLst>
                </a:gridCol>
              </a:tblGrid>
              <a:tr h="221544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0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1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2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3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266748"/>
                  </a:ext>
                </a:extLst>
              </a:tr>
            </a:tbl>
          </a:graphicData>
        </a:graphic>
      </p:graphicFrame>
      <p:graphicFrame>
        <p:nvGraphicFramePr>
          <p:cNvPr id="81" name="Table 206">
            <a:extLst>
              <a:ext uri="{FF2B5EF4-FFF2-40B4-BE49-F238E27FC236}">
                <a16:creationId xmlns:a16="http://schemas.microsoft.com/office/drawing/2014/main" id="{CC729BB4-0545-4836-AC2A-43026279D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118883"/>
              </p:ext>
            </p:extLst>
          </p:nvPr>
        </p:nvGraphicFramePr>
        <p:xfrm>
          <a:off x="5307098" y="1004419"/>
          <a:ext cx="2856843" cy="218448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7427">
                  <a:extLst>
                    <a:ext uri="{9D8B030D-6E8A-4147-A177-3AD203B41FA5}">
                      <a16:colId xmlns:a16="http://schemas.microsoft.com/office/drawing/2014/main" val="1873709042"/>
                    </a:ext>
                  </a:extLst>
                </a:gridCol>
                <a:gridCol w="317427">
                  <a:extLst>
                    <a:ext uri="{9D8B030D-6E8A-4147-A177-3AD203B41FA5}">
                      <a16:colId xmlns:a16="http://schemas.microsoft.com/office/drawing/2014/main" val="1304311366"/>
                    </a:ext>
                  </a:extLst>
                </a:gridCol>
                <a:gridCol w="317427">
                  <a:extLst>
                    <a:ext uri="{9D8B030D-6E8A-4147-A177-3AD203B41FA5}">
                      <a16:colId xmlns:a16="http://schemas.microsoft.com/office/drawing/2014/main" val="4287913463"/>
                    </a:ext>
                  </a:extLst>
                </a:gridCol>
                <a:gridCol w="317427">
                  <a:extLst>
                    <a:ext uri="{9D8B030D-6E8A-4147-A177-3AD203B41FA5}">
                      <a16:colId xmlns:a16="http://schemas.microsoft.com/office/drawing/2014/main" val="2940938314"/>
                    </a:ext>
                  </a:extLst>
                </a:gridCol>
                <a:gridCol w="317427">
                  <a:extLst>
                    <a:ext uri="{9D8B030D-6E8A-4147-A177-3AD203B41FA5}">
                      <a16:colId xmlns:a16="http://schemas.microsoft.com/office/drawing/2014/main" val="956651065"/>
                    </a:ext>
                  </a:extLst>
                </a:gridCol>
                <a:gridCol w="317427">
                  <a:extLst>
                    <a:ext uri="{9D8B030D-6E8A-4147-A177-3AD203B41FA5}">
                      <a16:colId xmlns:a16="http://schemas.microsoft.com/office/drawing/2014/main" val="2147681480"/>
                    </a:ext>
                  </a:extLst>
                </a:gridCol>
                <a:gridCol w="317427">
                  <a:extLst>
                    <a:ext uri="{9D8B030D-6E8A-4147-A177-3AD203B41FA5}">
                      <a16:colId xmlns:a16="http://schemas.microsoft.com/office/drawing/2014/main" val="583069666"/>
                    </a:ext>
                  </a:extLst>
                </a:gridCol>
                <a:gridCol w="317427">
                  <a:extLst>
                    <a:ext uri="{9D8B030D-6E8A-4147-A177-3AD203B41FA5}">
                      <a16:colId xmlns:a16="http://schemas.microsoft.com/office/drawing/2014/main" val="1159969507"/>
                    </a:ext>
                  </a:extLst>
                </a:gridCol>
                <a:gridCol w="317427">
                  <a:extLst>
                    <a:ext uri="{9D8B030D-6E8A-4147-A177-3AD203B41FA5}">
                      <a16:colId xmlns:a16="http://schemas.microsoft.com/office/drawing/2014/main" val="2279263305"/>
                    </a:ext>
                  </a:extLst>
                </a:gridCol>
              </a:tblGrid>
              <a:tr h="259661"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Tx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4360502"/>
                  </a:ext>
                </a:extLst>
              </a:tr>
              <a:tr h="259661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Tx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0287927"/>
                  </a:ext>
                </a:extLst>
              </a:tr>
              <a:tr h="259661"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Tx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5488901"/>
                  </a:ext>
                </a:extLst>
              </a:tr>
              <a:tr h="259661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Tx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158438"/>
                  </a:ext>
                </a:extLst>
              </a:tr>
              <a:tr h="259661"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Tx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453878"/>
                  </a:ext>
                </a:extLst>
              </a:tr>
              <a:tr h="221544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Tx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665989"/>
                  </a:ext>
                </a:extLst>
              </a:tr>
              <a:tr h="221544"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Tx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129179"/>
                  </a:ext>
                </a:extLst>
              </a:tr>
              <a:tr h="221544"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Tx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954676"/>
                  </a:ext>
                </a:extLst>
              </a:tr>
              <a:tr h="221544"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Tx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665308"/>
                  </a:ext>
                </a:extLst>
              </a:tr>
            </a:tbl>
          </a:graphicData>
        </a:graphic>
      </p:graphicFrame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AACD5443-D599-4BD3-BF38-4CAD786A6C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576545"/>
              </p:ext>
            </p:extLst>
          </p:nvPr>
        </p:nvGraphicFramePr>
        <p:xfrm>
          <a:off x="5307098" y="3268021"/>
          <a:ext cx="3186980" cy="2215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8698">
                  <a:extLst>
                    <a:ext uri="{9D8B030D-6E8A-4147-A177-3AD203B41FA5}">
                      <a16:colId xmlns:a16="http://schemas.microsoft.com/office/drawing/2014/main" val="875344286"/>
                    </a:ext>
                  </a:extLst>
                </a:gridCol>
                <a:gridCol w="318698">
                  <a:extLst>
                    <a:ext uri="{9D8B030D-6E8A-4147-A177-3AD203B41FA5}">
                      <a16:colId xmlns:a16="http://schemas.microsoft.com/office/drawing/2014/main" val="981137998"/>
                    </a:ext>
                  </a:extLst>
                </a:gridCol>
                <a:gridCol w="318698">
                  <a:extLst>
                    <a:ext uri="{9D8B030D-6E8A-4147-A177-3AD203B41FA5}">
                      <a16:colId xmlns:a16="http://schemas.microsoft.com/office/drawing/2014/main" val="1446481481"/>
                    </a:ext>
                  </a:extLst>
                </a:gridCol>
                <a:gridCol w="318698">
                  <a:extLst>
                    <a:ext uri="{9D8B030D-6E8A-4147-A177-3AD203B41FA5}">
                      <a16:colId xmlns:a16="http://schemas.microsoft.com/office/drawing/2014/main" val="3701112346"/>
                    </a:ext>
                  </a:extLst>
                </a:gridCol>
                <a:gridCol w="318698">
                  <a:extLst>
                    <a:ext uri="{9D8B030D-6E8A-4147-A177-3AD203B41FA5}">
                      <a16:colId xmlns:a16="http://schemas.microsoft.com/office/drawing/2014/main" val="610786900"/>
                    </a:ext>
                  </a:extLst>
                </a:gridCol>
                <a:gridCol w="318698">
                  <a:extLst>
                    <a:ext uri="{9D8B030D-6E8A-4147-A177-3AD203B41FA5}">
                      <a16:colId xmlns:a16="http://schemas.microsoft.com/office/drawing/2014/main" val="2762317586"/>
                    </a:ext>
                  </a:extLst>
                </a:gridCol>
                <a:gridCol w="318698">
                  <a:extLst>
                    <a:ext uri="{9D8B030D-6E8A-4147-A177-3AD203B41FA5}">
                      <a16:colId xmlns:a16="http://schemas.microsoft.com/office/drawing/2014/main" val="2775331855"/>
                    </a:ext>
                  </a:extLst>
                </a:gridCol>
                <a:gridCol w="318698">
                  <a:extLst>
                    <a:ext uri="{9D8B030D-6E8A-4147-A177-3AD203B41FA5}">
                      <a16:colId xmlns:a16="http://schemas.microsoft.com/office/drawing/2014/main" val="3969406031"/>
                    </a:ext>
                  </a:extLst>
                </a:gridCol>
                <a:gridCol w="318698">
                  <a:extLst>
                    <a:ext uri="{9D8B030D-6E8A-4147-A177-3AD203B41FA5}">
                      <a16:colId xmlns:a16="http://schemas.microsoft.com/office/drawing/2014/main" val="3051354527"/>
                    </a:ext>
                  </a:extLst>
                </a:gridCol>
                <a:gridCol w="318698">
                  <a:extLst>
                    <a:ext uri="{9D8B030D-6E8A-4147-A177-3AD203B41FA5}">
                      <a16:colId xmlns:a16="http://schemas.microsoft.com/office/drawing/2014/main" val="209364359"/>
                    </a:ext>
                  </a:extLst>
                </a:gridCol>
              </a:tblGrid>
              <a:tr h="221544"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0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1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2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/>
                        <a:t>3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266748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81FD4575-B9F0-4330-9C40-16A11D68024F}"/>
              </a:ext>
            </a:extLst>
          </p:cNvPr>
          <p:cNvSpPr txBox="1"/>
          <p:nvPr/>
        </p:nvSpPr>
        <p:spPr>
          <a:xfrm>
            <a:off x="4755437" y="181482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…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2D4BC05-CD1B-4BBF-8F39-9ECF15A5F446}"/>
              </a:ext>
            </a:extLst>
          </p:cNvPr>
          <p:cNvSpPr txBox="1"/>
          <p:nvPr/>
        </p:nvSpPr>
        <p:spPr>
          <a:xfrm>
            <a:off x="8225905" y="181482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…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F557B3-83E7-4F53-A5F0-E59C8EE5221B}"/>
              </a:ext>
            </a:extLst>
          </p:cNvPr>
          <p:cNvSpPr txBox="1"/>
          <p:nvPr/>
        </p:nvSpPr>
        <p:spPr>
          <a:xfrm>
            <a:off x="1468881" y="813806"/>
            <a:ext cx="4507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Nodes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6F8A34F-B050-448E-BD92-01CAFDA47F95}"/>
              </a:ext>
            </a:extLst>
          </p:cNvPr>
          <p:cNvSpPr txBox="1"/>
          <p:nvPr/>
        </p:nvSpPr>
        <p:spPr>
          <a:xfrm>
            <a:off x="1422394" y="3267490"/>
            <a:ext cx="5437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Timeslot</a:t>
            </a:r>
          </a:p>
        </p:txBody>
      </p:sp>
    </p:spTree>
    <p:extLst>
      <p:ext uri="{BB962C8B-B14F-4D97-AF65-F5344CB8AC3E}">
        <p14:creationId xmlns:p14="http://schemas.microsoft.com/office/powerpoint/2010/main" val="265676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181</Words>
  <Application>Microsoft Office PowerPoint</Application>
  <PresentationFormat>Widescreen</PresentationFormat>
  <Paragraphs>172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 Tan</dc:creator>
  <cp:lastModifiedBy>Mr Tan</cp:lastModifiedBy>
  <cp:revision>24</cp:revision>
  <dcterms:created xsi:type="dcterms:W3CDTF">2020-08-20T14:34:00Z</dcterms:created>
  <dcterms:modified xsi:type="dcterms:W3CDTF">2020-09-18T13:57:36Z</dcterms:modified>
</cp:coreProperties>
</file>