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09F28A2C-F988-4E8B-8522-F9487C4D6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233550"/>
              </p:ext>
            </p:extLst>
          </p:nvPr>
        </p:nvGraphicFramePr>
        <p:xfrm>
          <a:off x="2224946" y="3058160"/>
          <a:ext cx="6860330" cy="685800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1139039">
                  <a:extLst>
                    <a:ext uri="{9D8B030D-6E8A-4147-A177-3AD203B41FA5}">
                      <a16:colId xmlns:a16="http://schemas.microsoft.com/office/drawing/2014/main" val="2756642822"/>
                    </a:ext>
                  </a:extLst>
                </a:gridCol>
                <a:gridCol w="1040235">
                  <a:extLst>
                    <a:ext uri="{9D8B030D-6E8A-4147-A177-3AD203B41FA5}">
                      <a16:colId xmlns:a16="http://schemas.microsoft.com/office/drawing/2014/main" val="4120465385"/>
                    </a:ext>
                  </a:extLst>
                </a:gridCol>
                <a:gridCol w="1260332">
                  <a:extLst>
                    <a:ext uri="{9D8B030D-6E8A-4147-A177-3AD203B41FA5}">
                      <a16:colId xmlns:a16="http://schemas.microsoft.com/office/drawing/2014/main" val="2229551690"/>
                    </a:ext>
                  </a:extLst>
                </a:gridCol>
                <a:gridCol w="3420724">
                  <a:extLst>
                    <a:ext uri="{9D8B030D-6E8A-4147-A177-3AD203B41FA5}">
                      <a16:colId xmlns:a16="http://schemas.microsoft.com/office/drawing/2014/main" val="2935907460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Preamble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Start of Packet Delimiter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Header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Service Data Unit (PSDU)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9109349"/>
                  </a:ext>
                </a:extLst>
              </a:tr>
              <a:tr h="23935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(6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(0 – 127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7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89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8E37EF7-F146-44C8-B930-0E97A995F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472248"/>
              </p:ext>
            </p:extLst>
          </p:nvPr>
        </p:nvGraphicFramePr>
        <p:xfrm>
          <a:off x="5189638" y="2873002"/>
          <a:ext cx="2601522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181608905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7210102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944272048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2937209987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39327083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549102769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37639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81053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B-&gt;A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9348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37378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  <a:endParaRPr lang="en-US" sz="100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7393505"/>
                  </a:ext>
                </a:extLst>
              </a:tr>
            </a:tbl>
          </a:graphicData>
        </a:graphic>
      </p:graphicFrame>
      <p:sp>
        <p:nvSpPr>
          <p:cNvPr id="4" name="타원 4">
            <a:extLst>
              <a:ext uri="{FF2B5EF4-FFF2-40B4-BE49-F238E27FC236}">
                <a16:creationId xmlns:a16="http://schemas.microsoft.com/office/drawing/2014/main" id="{31CE1A6D-7249-496A-B501-B49299FD1F1B}"/>
              </a:ext>
            </a:extLst>
          </p:cNvPr>
          <p:cNvSpPr/>
          <p:nvPr/>
        </p:nvSpPr>
        <p:spPr>
          <a:xfrm>
            <a:off x="3731535" y="2935583"/>
            <a:ext cx="309868" cy="297863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A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" name="타원 27">
            <a:extLst>
              <a:ext uri="{FF2B5EF4-FFF2-40B4-BE49-F238E27FC236}">
                <a16:creationId xmlns:a16="http://schemas.microsoft.com/office/drawing/2014/main" id="{DAE9F349-54C7-4517-8B4F-3742FDF77374}"/>
              </a:ext>
            </a:extLst>
          </p:cNvPr>
          <p:cNvSpPr/>
          <p:nvPr/>
        </p:nvSpPr>
        <p:spPr>
          <a:xfrm>
            <a:off x="4214070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B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6" name="타원 27">
            <a:extLst>
              <a:ext uri="{FF2B5EF4-FFF2-40B4-BE49-F238E27FC236}">
                <a16:creationId xmlns:a16="http://schemas.microsoft.com/office/drawing/2014/main" id="{854A867C-D3B1-45E6-A708-9A4C054D7B0E}"/>
              </a:ext>
            </a:extLst>
          </p:cNvPr>
          <p:cNvSpPr/>
          <p:nvPr/>
        </p:nvSpPr>
        <p:spPr>
          <a:xfrm>
            <a:off x="3373773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C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" name="타원 27">
            <a:extLst>
              <a:ext uri="{FF2B5EF4-FFF2-40B4-BE49-F238E27FC236}">
                <a16:creationId xmlns:a16="http://schemas.microsoft.com/office/drawing/2014/main" id="{1EE4ACE2-6589-438A-B97F-3EE1EFC4CCC3}"/>
              </a:ext>
            </a:extLst>
          </p:cNvPr>
          <p:cNvSpPr/>
          <p:nvPr/>
        </p:nvSpPr>
        <p:spPr>
          <a:xfrm>
            <a:off x="4214071" y="4183203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D</a:t>
            </a:r>
            <a:endParaRPr lang="ko-KR" altLang="en-US" sz="120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78AC3B-8D4F-41F9-94C7-1D2374BA4FA5}"/>
              </a:ext>
            </a:extLst>
          </p:cNvPr>
          <p:cNvCxnSpPr>
            <a:cxnSpLocks/>
            <a:stCxn id="6" idx="7"/>
            <a:endCxn id="4" idx="3"/>
          </p:cNvCxnSpPr>
          <p:nvPr/>
        </p:nvCxnSpPr>
        <p:spPr>
          <a:xfrm flipV="1">
            <a:off x="3615444" y="3189825"/>
            <a:ext cx="161470" cy="378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EF9A24-B9F7-4B3D-BA9A-8F85033A2AD7}"/>
              </a:ext>
            </a:extLst>
          </p:cNvPr>
          <p:cNvCxnSpPr>
            <a:cxnSpLocks/>
            <a:stCxn id="5" idx="0"/>
            <a:endCxn id="4" idx="5"/>
          </p:cNvCxnSpPr>
          <p:nvPr/>
        </p:nvCxnSpPr>
        <p:spPr>
          <a:xfrm flipH="1" flipV="1">
            <a:off x="3996024" y="3189825"/>
            <a:ext cx="359614" cy="3359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A7BEFE-0D3F-401C-A07A-864B934BC660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355638" y="3818833"/>
            <a:ext cx="1" cy="36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FB36B6-0DDA-47F9-AD48-27E8B3D1D23A}"/>
              </a:ext>
            </a:extLst>
          </p:cNvPr>
          <p:cNvCxnSpPr>
            <a:cxnSpLocks/>
          </p:cNvCxnSpPr>
          <p:nvPr/>
        </p:nvCxnSpPr>
        <p:spPr>
          <a:xfrm flipV="1">
            <a:off x="5150841" y="2583809"/>
            <a:ext cx="0" cy="2041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8C3DFC-A3D3-455E-82E0-B3DFA5A2F99E}"/>
              </a:ext>
            </a:extLst>
          </p:cNvPr>
          <p:cNvCxnSpPr>
            <a:cxnSpLocks/>
          </p:cNvCxnSpPr>
          <p:nvPr/>
        </p:nvCxnSpPr>
        <p:spPr>
          <a:xfrm>
            <a:off x="5159230" y="4625203"/>
            <a:ext cx="28942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F812073-D9E9-4E7F-9900-D8573265B15B}"/>
              </a:ext>
            </a:extLst>
          </p:cNvPr>
          <p:cNvSpPr txBox="1"/>
          <p:nvPr/>
        </p:nvSpPr>
        <p:spPr>
          <a:xfrm rot="16200000">
            <a:off x="4266159" y="3691436"/>
            <a:ext cx="108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Channel offset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0B678-D10B-4ECD-9FF6-434454E6E100}"/>
              </a:ext>
            </a:extLst>
          </p:cNvPr>
          <p:cNvSpPr txBox="1"/>
          <p:nvPr/>
        </p:nvSpPr>
        <p:spPr>
          <a:xfrm>
            <a:off x="6172012" y="4797258"/>
            <a:ext cx="8183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offset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1AAB994-4A24-4369-A9A3-4243491B3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08242"/>
              </p:ext>
            </p:extLst>
          </p:nvPr>
        </p:nvGraphicFramePr>
        <p:xfrm>
          <a:off x="4767219" y="2873002"/>
          <a:ext cx="372628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2628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4430776-D9AF-404D-8417-476E230A3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36739"/>
              </p:ext>
            </p:extLst>
          </p:nvPr>
        </p:nvGraphicFramePr>
        <p:xfrm>
          <a:off x="5189638" y="4641981"/>
          <a:ext cx="2601522" cy="276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386487912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813988776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23605770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612332911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78974312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687282717"/>
                    </a:ext>
                  </a:extLst>
                </a:gridCol>
              </a:tblGrid>
              <a:tr h="276999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263577"/>
                  </a:ext>
                </a:extLst>
              </a:tr>
            </a:tbl>
          </a:graphicData>
        </a:graphic>
      </p:graphicFrame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EF4E136-FC0C-48EA-825F-BA5EB6823241}"/>
              </a:ext>
            </a:extLst>
          </p:cNvPr>
          <p:cNvCxnSpPr/>
          <p:nvPr/>
        </p:nvCxnSpPr>
        <p:spPr>
          <a:xfrm>
            <a:off x="5189638" y="2759978"/>
            <a:ext cx="17312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D3859E3-74CF-49AC-AB7D-7C87619D44C6}"/>
              </a:ext>
            </a:extLst>
          </p:cNvPr>
          <p:cNvSpPr txBox="1"/>
          <p:nvPr/>
        </p:nvSpPr>
        <p:spPr>
          <a:xfrm>
            <a:off x="5686849" y="2540474"/>
            <a:ext cx="829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frame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0586818-972D-41BF-B914-E06F95C17A5A}"/>
              </a:ext>
            </a:extLst>
          </p:cNvPr>
          <p:cNvCxnSpPr>
            <a:cxnSpLocks/>
          </p:cNvCxnSpPr>
          <p:nvPr/>
        </p:nvCxnSpPr>
        <p:spPr>
          <a:xfrm flipH="1">
            <a:off x="6920917" y="2759978"/>
            <a:ext cx="8702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E4CF2F1B-14BB-43F0-A02E-BEC4219F2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368748"/>
              </p:ext>
            </p:extLst>
          </p:nvPr>
        </p:nvGraphicFramePr>
        <p:xfrm>
          <a:off x="7740826" y="2866011"/>
          <a:ext cx="353347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3347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2312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252</Words>
  <Application>Microsoft Office PowerPoint</Application>
  <PresentationFormat>Widescreen</PresentationFormat>
  <Paragraphs>209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34</cp:revision>
  <dcterms:created xsi:type="dcterms:W3CDTF">2020-08-20T14:34:00Z</dcterms:created>
  <dcterms:modified xsi:type="dcterms:W3CDTF">2020-10-06T14:54:46Z</dcterms:modified>
</cp:coreProperties>
</file>