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FDBF4-2E05-4106-ACE2-7B30A7F3D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B642F5-BB5F-4BB7-9578-922FBD789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ECB17-04FC-43E1-9170-D6B02EC4C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6BF93-3E49-436E-A912-5DE6D70F6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887D3-C69E-424A-85EA-2B4E265A5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51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1CAE0-352D-41B3-8CCE-8BE3AC5BE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3542C-ADF2-43EA-9409-6E390F168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18367-90BE-49B8-B842-ECFA1A7C6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0432B-2807-481A-A243-374CF1026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63A70-0097-4B17-BA90-F26942894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994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644B7-3A7E-429C-B1D0-97AC58AF4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EE2ADD-71B5-4D2E-BE59-6F7AA89E4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4F107F-10D1-4E85-B46D-59131B926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2982B-6244-4587-BB4E-80395ACE7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C84A3-775D-4595-8136-0653BD693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EEA55-F664-4D25-AEA1-6C39BF952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7C7D1-4FEA-4148-81B0-D336219EFD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F23C0-C0DA-4266-8DFD-ABAF7EAF2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6E3C94-481A-49E1-822E-9CED2A22E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10/7/2020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C68FB-FE29-4A78-8304-D8C748872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1FFE83-91A2-4089-A467-FAACDB160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82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1D62E-4A09-45CC-833F-C1399F205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F07D2-E441-483A-AB32-C20F02795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89213E-26A7-4733-8FDA-E81B31175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76B2B8-B41B-4AF0-9033-8D9B56C56D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12B7BF-2430-4291-BA0D-DFC6CE2259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AE1359-E89F-419A-AB8F-9CABC8B27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10/7/2020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5D0ACF-ED7A-4E1F-ABC7-4174D2F71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8B70D5-C1EC-466B-8960-AC3677E01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240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3DD59-937D-4C12-B60D-48FD1328C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DE071E-E742-4631-9B7E-0D33EB6C6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10/7/2020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38BB3B-BFD2-4BBE-82BB-E5333CE2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4F3997-A27D-4F9F-95B3-B23C9EBE2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285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430B49-46A8-4236-A918-31B3D9378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10/7/2020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809C9A-17B6-4252-87AD-9136382EF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8686E-AF4B-49C3-B4B2-D53268AB3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3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ACE34-1F5D-4C5D-B5E3-5278AB5A5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303CF-1E13-4D9D-82A3-DC0D44279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93A335-2950-4C9B-B818-93F94565A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AA96B-43B1-48DB-9347-1026CD662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10/7/2020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10709-7109-4EF7-AD55-BA3287C87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AB460-1F5B-4F1B-88AA-A294DDAB6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890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E8C1-4F55-4BB6-925C-0071260B1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381034-7948-44A2-BD20-F7EF12C6F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1F460D-053F-4710-B21C-30377F2C02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F8F6A4-7653-4A03-B073-95DE0B039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10/7/2020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7D7B2-E464-4C6D-84B6-AA4BDA22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AB02A0-F841-464B-9E85-26BFAE8CE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373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F858-A226-421E-AF9E-FF1EA5781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91999B-4021-4847-A93D-B235C26726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52DA9-3DA2-4FB7-8D2B-0303FF4B5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C304F-D396-4C26-9765-E5DE1A74F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81D53-91F0-45CF-8F64-11EBDFF2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304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503414-588A-4DD0-B1CB-D032465C92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6C92EA-D287-4230-9A81-1C16A2F7B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1096E-2184-4977-83C3-A2B0C2262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FA22B-A8CC-4133-827E-007C60D0F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B56CE0-A89D-4152-84D6-9E8638E9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406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D1CA3E-35BB-4C71-A579-88805F300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39F676-F24B-4149-869B-A8E67040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0B89F-0BEA-4E48-9A3D-1B69BE18ED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6336BD-2A7D-4CB1-A425-EDBB44797913}" type="datetimeFigureOut">
              <a:rPr lang="en-US" smtClean="0"/>
              <a:t>10/7/2020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CD8B6-B29B-4B5E-8147-B61F11C996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F0B6B-8760-4FF0-AEDD-4050A39E2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553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4C314-96CF-450E-BB70-5A9F13BEF6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F624B6-FD46-46F6-9467-06B049D4EA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339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7F44655-EED7-4DB7-8C65-486359261A46}"/>
              </a:ext>
            </a:extLst>
          </p:cNvPr>
          <p:cNvGrpSpPr/>
          <p:nvPr/>
        </p:nvGrpSpPr>
        <p:grpSpPr>
          <a:xfrm>
            <a:off x="3541403" y="1689354"/>
            <a:ext cx="5109194" cy="3479292"/>
            <a:chOff x="1827777" y="1600200"/>
            <a:chExt cx="5109194" cy="3479292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483674C9-68E9-4733-BA4F-CDEB038C0DE1}"/>
                </a:ext>
              </a:extLst>
            </p:cNvPr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01DCF722-5653-44B6-B37A-A85F8C00F0D8}"/>
                </a:ext>
              </a:extLst>
            </p:cNvPr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9A5ED9F-E63A-4BE8-A30C-5342C13229A1}"/>
                </a:ext>
              </a:extLst>
            </p:cNvPr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4B83EF6-0AF1-430F-AE55-F30009BB8EEE}"/>
                </a:ext>
              </a:extLst>
            </p:cNvPr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6E3DE41-D9A6-457C-B7A9-3006774703BB}"/>
                </a:ext>
              </a:extLst>
            </p:cNvPr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" name="타원 16">
              <a:extLst>
                <a:ext uri="{FF2B5EF4-FFF2-40B4-BE49-F238E27FC236}">
                  <a16:creationId xmlns:a16="http://schemas.microsoft.com/office/drawing/2014/main" id="{F6B4C47E-C09E-422F-9FC9-E00C1B7A95A1}"/>
                </a:ext>
              </a:extLst>
            </p:cNvPr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타원 17">
              <a:extLst>
                <a:ext uri="{FF2B5EF4-FFF2-40B4-BE49-F238E27FC236}">
                  <a16:creationId xmlns:a16="http://schemas.microsoft.com/office/drawing/2014/main" id="{850E3C77-5761-442F-991E-5F6C74A8C7F3}"/>
                </a:ext>
              </a:extLst>
            </p:cNvPr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타원 18">
              <a:extLst>
                <a:ext uri="{FF2B5EF4-FFF2-40B4-BE49-F238E27FC236}">
                  <a16:creationId xmlns:a16="http://schemas.microsoft.com/office/drawing/2014/main" id="{D0BF644F-A4FE-43BF-BF7F-AB3347F79863}"/>
                </a:ext>
              </a:extLst>
            </p:cNvPr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타원 27">
              <a:extLst>
                <a:ext uri="{FF2B5EF4-FFF2-40B4-BE49-F238E27FC236}">
                  <a16:creationId xmlns:a16="http://schemas.microsoft.com/office/drawing/2014/main" id="{9814760A-5D2F-4ED9-A3A7-540ED0411FAC}"/>
                </a:ext>
              </a:extLst>
            </p:cNvPr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FCFEF84-8180-493D-A766-314834193D6A}"/>
                </a:ext>
              </a:extLst>
            </p:cNvPr>
            <p:cNvCxnSpPr>
              <a:stCxn id="13" idx="7"/>
              <a:endCxn id="5" idx="2"/>
            </p:cNvCxnSpPr>
            <p:nvPr/>
          </p:nvCxnSpPr>
          <p:spPr bwMode="auto">
            <a:xfrm flipV="1">
              <a:off x="3334613" y="1828800"/>
              <a:ext cx="1389787" cy="28031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75CA8FA-304A-49D6-8ACE-9A081C793B09}"/>
                </a:ext>
              </a:extLst>
            </p:cNvPr>
            <p:cNvCxnSpPr>
              <a:stCxn id="13" idx="3"/>
              <a:endCxn id="7" idx="7"/>
            </p:cNvCxnSpPr>
            <p:nvPr/>
          </p:nvCxnSpPr>
          <p:spPr bwMode="auto">
            <a:xfrm flipH="1">
              <a:off x="2218022" y="2432405"/>
              <a:ext cx="793301" cy="68074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530786B-1EDB-4886-9B62-CA2D996DE44F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056377" y="3503396"/>
              <a:ext cx="10167" cy="11188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ECA4ED-28DB-4EE2-A18A-EB61D755C713}"/>
                </a:ext>
              </a:extLst>
            </p:cNvPr>
            <p:cNvCxnSpPr>
              <a:stCxn id="13" idx="4"/>
              <a:endCxn id="9" idx="0"/>
            </p:cNvCxnSpPr>
            <p:nvPr/>
          </p:nvCxnSpPr>
          <p:spPr bwMode="auto">
            <a:xfrm>
              <a:off x="3172968" y="2499360"/>
              <a:ext cx="75557" cy="125086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D492728-6810-4E1A-82E5-0FE8E601E76C}"/>
                </a:ext>
              </a:extLst>
            </p:cNvPr>
            <p:cNvCxnSpPr>
              <a:stCxn id="7" idx="5"/>
              <a:endCxn id="9" idx="2"/>
            </p:cNvCxnSpPr>
            <p:nvPr/>
          </p:nvCxnSpPr>
          <p:spPr bwMode="auto">
            <a:xfrm>
              <a:off x="2218022" y="3436441"/>
              <a:ext cx="801903" cy="54238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AE653B0-3135-489F-8023-1ED697535B50}"/>
                </a:ext>
              </a:extLst>
            </p:cNvPr>
            <p:cNvCxnSpPr>
              <a:cxnSpLocks/>
              <a:stCxn id="13" idx="6"/>
              <a:endCxn id="6" idx="1"/>
            </p:cNvCxnSpPr>
            <p:nvPr/>
          </p:nvCxnSpPr>
          <p:spPr bwMode="auto">
            <a:xfrm>
              <a:off x="3401568" y="2270760"/>
              <a:ext cx="774609" cy="82614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BC3C52D-A29D-40C2-A910-9A731268BDF4}"/>
                </a:ext>
              </a:extLst>
            </p:cNvPr>
            <p:cNvCxnSpPr>
              <a:stCxn id="5" idx="4"/>
              <a:endCxn id="6" idx="7"/>
            </p:cNvCxnSpPr>
            <p:nvPr/>
          </p:nvCxnSpPr>
          <p:spPr bwMode="auto">
            <a:xfrm flipH="1">
              <a:off x="4499467" y="2057400"/>
              <a:ext cx="453533" cy="103950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29F5C46-F4CF-4CB0-AF96-B51B471018F7}"/>
                </a:ext>
              </a:extLst>
            </p:cNvPr>
            <p:cNvCxnSpPr>
              <a:stCxn id="5" idx="6"/>
              <a:endCxn id="10" idx="0"/>
            </p:cNvCxnSpPr>
            <p:nvPr/>
          </p:nvCxnSpPr>
          <p:spPr bwMode="auto">
            <a:xfrm>
              <a:off x="5181600" y="1828800"/>
              <a:ext cx="830580" cy="90525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853E3D-884A-4D21-BBBF-A055B412A39B}"/>
                </a:ext>
              </a:extLst>
            </p:cNvPr>
            <p:cNvCxnSpPr>
              <a:stCxn id="6" idx="6"/>
              <a:endCxn id="10" idx="2"/>
            </p:cNvCxnSpPr>
            <p:nvPr/>
          </p:nvCxnSpPr>
          <p:spPr bwMode="auto">
            <a:xfrm flipV="1">
              <a:off x="4566422" y="2962656"/>
              <a:ext cx="1217158" cy="29589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B308274-F937-40E0-B204-0B4E9042E40C}"/>
                </a:ext>
              </a:extLst>
            </p:cNvPr>
            <p:cNvCxnSpPr>
              <a:stCxn id="9" idx="6"/>
              <a:endCxn id="6" idx="3"/>
            </p:cNvCxnSpPr>
            <p:nvPr/>
          </p:nvCxnSpPr>
          <p:spPr bwMode="auto">
            <a:xfrm flipV="1">
              <a:off x="3477125" y="3420199"/>
              <a:ext cx="699052" cy="55862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BECEAB-9744-4B64-BBFD-4520C23D1FB7}"/>
                </a:ext>
              </a:extLst>
            </p:cNvPr>
            <p:cNvCxnSpPr>
              <a:cxnSpLocks/>
              <a:stCxn id="6" idx="5"/>
              <a:endCxn id="11" idx="1"/>
            </p:cNvCxnSpPr>
            <p:nvPr/>
          </p:nvCxnSpPr>
          <p:spPr bwMode="auto">
            <a:xfrm>
              <a:off x="4499467" y="3420199"/>
              <a:ext cx="353662" cy="96185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A930C81-0B98-45C6-8DD1-DF4349A079EE}"/>
                </a:ext>
              </a:extLst>
            </p:cNvPr>
            <p:cNvCxnSpPr>
              <a:stCxn id="11" idx="7"/>
              <a:endCxn id="10" idx="4"/>
            </p:cNvCxnSpPr>
            <p:nvPr/>
          </p:nvCxnSpPr>
          <p:spPr bwMode="auto">
            <a:xfrm flipV="1">
              <a:off x="5176419" y="3191256"/>
              <a:ext cx="835761" cy="11907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7C5A75F-FA30-4A01-A249-D07EB9030A91}"/>
                </a:ext>
              </a:extLst>
            </p:cNvPr>
            <p:cNvCxnSpPr>
              <a:stCxn id="10" idx="6"/>
              <a:endCxn id="12" idx="0"/>
            </p:cNvCxnSpPr>
            <p:nvPr/>
          </p:nvCxnSpPr>
          <p:spPr bwMode="auto">
            <a:xfrm>
              <a:off x="6240780" y="2962656"/>
              <a:ext cx="467591" cy="8412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4923814-ED29-4A4A-A895-9DAA4291F7FF}"/>
                </a:ext>
              </a:extLst>
            </p:cNvPr>
            <p:cNvCxnSpPr>
              <a:stCxn id="11" idx="6"/>
              <a:endCxn id="12" idx="3"/>
            </p:cNvCxnSpPr>
            <p:nvPr/>
          </p:nvCxnSpPr>
          <p:spPr bwMode="auto">
            <a:xfrm flipV="1">
              <a:off x="5243374" y="4194149"/>
              <a:ext cx="1303352" cy="3495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A9D062B-5542-4717-8F24-CE3278FDC782}"/>
                </a:ext>
              </a:extLst>
            </p:cNvPr>
            <p:cNvCxnSpPr>
              <a:stCxn id="11" idx="2"/>
              <a:endCxn id="9" idx="5"/>
            </p:cNvCxnSpPr>
            <p:nvPr/>
          </p:nvCxnSpPr>
          <p:spPr bwMode="auto">
            <a:xfrm flipH="1" flipV="1">
              <a:off x="3410170" y="4140466"/>
              <a:ext cx="1376004" cy="40323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8E48B38-3A4A-452A-917B-C9CF7DD86283}"/>
                </a:ext>
              </a:extLst>
            </p:cNvPr>
            <p:cNvCxnSpPr>
              <a:stCxn id="8" idx="6"/>
              <a:endCxn id="9" idx="3"/>
            </p:cNvCxnSpPr>
            <p:nvPr/>
          </p:nvCxnSpPr>
          <p:spPr bwMode="auto">
            <a:xfrm flipV="1">
              <a:off x="2295144" y="4140466"/>
              <a:ext cx="791736" cy="71042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52422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BF89BCA-8202-4963-B8EE-874D9703643A}"/>
              </a:ext>
            </a:extLst>
          </p:cNvPr>
          <p:cNvCxnSpPr>
            <a:cxnSpLocks/>
          </p:cNvCxnSpPr>
          <p:nvPr/>
        </p:nvCxnSpPr>
        <p:spPr>
          <a:xfrm flipH="1">
            <a:off x="1878646" y="913927"/>
            <a:ext cx="1" cy="348190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C4FBA75-DB19-4296-8069-62C773B19C61}"/>
              </a:ext>
            </a:extLst>
          </p:cNvPr>
          <p:cNvCxnSpPr>
            <a:cxnSpLocks/>
          </p:cNvCxnSpPr>
          <p:nvPr/>
        </p:nvCxnSpPr>
        <p:spPr>
          <a:xfrm>
            <a:off x="8744931" y="920278"/>
            <a:ext cx="0" cy="347555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D752154-3EAE-4B3D-AE03-19BBF5B5EBC2}"/>
              </a:ext>
            </a:extLst>
          </p:cNvPr>
          <p:cNvCxnSpPr>
            <a:cxnSpLocks/>
          </p:cNvCxnSpPr>
          <p:nvPr/>
        </p:nvCxnSpPr>
        <p:spPr>
          <a:xfrm flipV="1">
            <a:off x="1869265" y="3568243"/>
            <a:ext cx="6875666" cy="6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8EA171F-0638-4B71-9513-1962F55DE64F}"/>
              </a:ext>
            </a:extLst>
          </p:cNvPr>
          <p:cNvSpPr txBox="1"/>
          <p:nvPr/>
        </p:nvSpPr>
        <p:spPr>
          <a:xfrm>
            <a:off x="4363971" y="3601384"/>
            <a:ext cx="16530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Network Contruction Period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F79997F-6778-469A-B277-A44E1DCBD71B}"/>
              </a:ext>
            </a:extLst>
          </p:cNvPr>
          <p:cNvCxnSpPr>
            <a:cxnSpLocks/>
          </p:cNvCxnSpPr>
          <p:nvPr/>
        </p:nvCxnSpPr>
        <p:spPr>
          <a:xfrm>
            <a:off x="1870745" y="907409"/>
            <a:ext cx="3304339" cy="62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217BC3D-BC34-4CC0-B8C0-627A0EC6278B}"/>
              </a:ext>
            </a:extLst>
          </p:cNvPr>
          <p:cNvSpPr txBox="1"/>
          <p:nvPr/>
        </p:nvSpPr>
        <p:spPr>
          <a:xfrm>
            <a:off x="3065897" y="692178"/>
            <a:ext cx="9140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Joining Period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0C0B18D-8218-4BE8-AA24-2150E3861037}"/>
              </a:ext>
            </a:extLst>
          </p:cNvPr>
          <p:cNvCxnSpPr>
            <a:cxnSpLocks/>
          </p:cNvCxnSpPr>
          <p:nvPr/>
        </p:nvCxnSpPr>
        <p:spPr>
          <a:xfrm>
            <a:off x="5217614" y="903500"/>
            <a:ext cx="0" cy="2411235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A7FF71-7306-43C0-94B4-31F1B77F443C}"/>
              </a:ext>
            </a:extLst>
          </p:cNvPr>
          <p:cNvCxnSpPr>
            <a:cxnSpLocks/>
          </p:cNvCxnSpPr>
          <p:nvPr/>
        </p:nvCxnSpPr>
        <p:spPr>
          <a:xfrm>
            <a:off x="5264892" y="907409"/>
            <a:ext cx="34800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E3ACD3-6B66-4CD7-80E1-CB4D74A521CF}"/>
              </a:ext>
            </a:extLst>
          </p:cNvPr>
          <p:cNvSpPr txBox="1"/>
          <p:nvPr/>
        </p:nvSpPr>
        <p:spPr>
          <a:xfrm>
            <a:off x="6157549" y="690789"/>
            <a:ext cx="16514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Measure Link Quality Period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88931F9-8375-4703-87B1-49AE3DF7766B}"/>
              </a:ext>
            </a:extLst>
          </p:cNvPr>
          <p:cNvCxnSpPr>
            <a:cxnSpLocks/>
          </p:cNvCxnSpPr>
          <p:nvPr/>
        </p:nvCxnSpPr>
        <p:spPr>
          <a:xfrm flipV="1">
            <a:off x="1870745" y="1293300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F002431-48AA-480C-A30B-E603A901AFE7}"/>
              </a:ext>
            </a:extLst>
          </p:cNvPr>
          <p:cNvCxnSpPr>
            <a:cxnSpLocks/>
          </p:cNvCxnSpPr>
          <p:nvPr/>
        </p:nvCxnSpPr>
        <p:spPr>
          <a:xfrm flipV="1">
            <a:off x="1870745" y="1616233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D8C354E-2659-4008-AC4A-43E4F06339E2}"/>
              </a:ext>
            </a:extLst>
          </p:cNvPr>
          <p:cNvCxnSpPr>
            <a:cxnSpLocks/>
          </p:cNvCxnSpPr>
          <p:nvPr/>
        </p:nvCxnSpPr>
        <p:spPr>
          <a:xfrm flipV="1">
            <a:off x="1870745" y="1927971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3FAE7C8-97F5-4694-B25E-906F18C0F0EF}"/>
              </a:ext>
            </a:extLst>
          </p:cNvPr>
          <p:cNvCxnSpPr>
            <a:cxnSpLocks/>
          </p:cNvCxnSpPr>
          <p:nvPr/>
        </p:nvCxnSpPr>
        <p:spPr>
          <a:xfrm>
            <a:off x="1870745" y="2574228"/>
            <a:ext cx="1918196" cy="0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A3834E33-4375-41FB-A8B4-7407190A18A3}"/>
              </a:ext>
            </a:extLst>
          </p:cNvPr>
          <p:cNvCxnSpPr/>
          <p:nvPr/>
        </p:nvCxnSpPr>
        <p:spPr>
          <a:xfrm flipV="1">
            <a:off x="4372905" y="1917064"/>
            <a:ext cx="1917998" cy="6945"/>
          </a:xfrm>
          <a:prstGeom prst="lin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72D364F0-E728-40A7-8773-55B4DC31B79C}"/>
              </a:ext>
            </a:extLst>
          </p:cNvPr>
          <p:cNvSpPr>
            <a:spLocks noChangeAspect="1"/>
          </p:cNvSpPr>
          <p:nvPr/>
        </p:nvSpPr>
        <p:spPr>
          <a:xfrm>
            <a:off x="2443894" y="3974334"/>
            <a:ext cx="310896" cy="311835"/>
          </a:xfrm>
          <a:prstGeom prst="rect">
            <a:avLst/>
          </a:prstGeom>
          <a:ln w="3175"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/>
              <a:t>Tx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AB5C14CE-D052-4212-AA56-8DDE1FC1E09E}"/>
              </a:ext>
            </a:extLst>
          </p:cNvPr>
          <p:cNvSpPr>
            <a:spLocks noChangeAspect="1"/>
          </p:cNvSpPr>
          <p:nvPr/>
        </p:nvSpPr>
        <p:spPr>
          <a:xfrm>
            <a:off x="4701675" y="3975827"/>
            <a:ext cx="310896" cy="31183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/>
              <a:t>Rx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164C947B-9A7A-41F5-948D-A7C0BCFE4FDF}"/>
              </a:ext>
            </a:extLst>
          </p:cNvPr>
          <p:cNvSpPr>
            <a:spLocks noChangeAspect="1"/>
          </p:cNvSpPr>
          <p:nvPr/>
        </p:nvSpPr>
        <p:spPr>
          <a:xfrm>
            <a:off x="6833634" y="3977842"/>
            <a:ext cx="310896" cy="31183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985A5EC-EEC4-41C3-913D-9ADFD4436A20}"/>
              </a:ext>
            </a:extLst>
          </p:cNvPr>
          <p:cNvSpPr txBox="1"/>
          <p:nvPr/>
        </p:nvSpPr>
        <p:spPr>
          <a:xfrm>
            <a:off x="7161142" y="3976167"/>
            <a:ext cx="8338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Idle timeslot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FB553094-5558-41CB-86CB-1542AF774A2F}"/>
              </a:ext>
            </a:extLst>
          </p:cNvPr>
          <p:cNvSpPr txBox="1"/>
          <p:nvPr/>
        </p:nvSpPr>
        <p:spPr>
          <a:xfrm>
            <a:off x="5022262" y="3985975"/>
            <a:ext cx="10438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Receive timeslot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5499DAFE-1847-4342-BF63-50D0ADCC7B51}"/>
              </a:ext>
            </a:extLst>
          </p:cNvPr>
          <p:cNvSpPr txBox="1"/>
          <p:nvPr/>
        </p:nvSpPr>
        <p:spPr>
          <a:xfrm>
            <a:off x="2801962" y="3996057"/>
            <a:ext cx="11015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Transmit timeslot</a:t>
            </a:r>
          </a:p>
        </p:txBody>
      </p:sp>
      <p:graphicFrame>
        <p:nvGraphicFramePr>
          <p:cNvPr id="208" name="Table 206">
            <a:extLst>
              <a:ext uri="{FF2B5EF4-FFF2-40B4-BE49-F238E27FC236}">
                <a16:creationId xmlns:a16="http://schemas.microsoft.com/office/drawing/2014/main" id="{8E20AB0B-2502-4679-A3C2-89AB0C2CB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088427"/>
              </p:ext>
            </p:extLst>
          </p:nvPr>
        </p:nvGraphicFramePr>
        <p:xfrm>
          <a:off x="1901355" y="1004419"/>
          <a:ext cx="2856843" cy="21844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427">
                  <a:extLst>
                    <a:ext uri="{9D8B030D-6E8A-4147-A177-3AD203B41FA5}">
                      <a16:colId xmlns:a16="http://schemas.microsoft.com/office/drawing/2014/main" val="1873709042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3043113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4287913463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940938314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956651065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147681480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5830696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159969507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279263305"/>
                    </a:ext>
                  </a:extLst>
                </a:gridCol>
              </a:tblGrid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4360502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87927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88901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158438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453878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66598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2917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54676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66530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B1326D8-FB91-4709-8505-3CD75476B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640496"/>
              </p:ext>
            </p:extLst>
          </p:nvPr>
        </p:nvGraphicFramePr>
        <p:xfrm>
          <a:off x="1540652" y="996030"/>
          <a:ext cx="313055" cy="2194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3055">
                  <a:extLst>
                    <a:ext uri="{9D8B030D-6E8A-4147-A177-3AD203B41FA5}">
                      <a16:colId xmlns:a16="http://schemas.microsoft.com/office/drawing/2014/main" val="4006920305"/>
                    </a:ext>
                  </a:extLst>
                </a:gridCol>
              </a:tblGrid>
              <a:tr h="23710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kern="1200"/>
                        <a:t>1</a:t>
                      </a:r>
                      <a:endParaRPr lang="en-US" sz="1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582451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98332271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66663182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72426475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22895860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28451150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97593142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0289429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704376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7BC1168D-E637-4BA9-B110-21A4DAC04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8007362"/>
              </p:ext>
            </p:extLst>
          </p:nvPr>
        </p:nvGraphicFramePr>
        <p:xfrm>
          <a:off x="1901353" y="3267228"/>
          <a:ext cx="3191070" cy="221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9107">
                  <a:extLst>
                    <a:ext uri="{9D8B030D-6E8A-4147-A177-3AD203B41FA5}">
                      <a16:colId xmlns:a16="http://schemas.microsoft.com/office/drawing/2014/main" val="87534428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981137998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1446481481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70111234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610786900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76231758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775331855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969406031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051354527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956365600"/>
                    </a:ext>
                  </a:extLst>
                </a:gridCol>
              </a:tblGrid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0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3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266748"/>
                  </a:ext>
                </a:extLst>
              </a:tr>
            </a:tbl>
          </a:graphicData>
        </a:graphic>
      </p:graphicFrame>
      <p:graphicFrame>
        <p:nvGraphicFramePr>
          <p:cNvPr id="81" name="Table 206">
            <a:extLst>
              <a:ext uri="{FF2B5EF4-FFF2-40B4-BE49-F238E27FC236}">
                <a16:creationId xmlns:a16="http://schemas.microsoft.com/office/drawing/2014/main" id="{CC729BB4-0545-4836-AC2A-43026279D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6118883"/>
              </p:ext>
            </p:extLst>
          </p:nvPr>
        </p:nvGraphicFramePr>
        <p:xfrm>
          <a:off x="5307098" y="1004419"/>
          <a:ext cx="2856843" cy="21844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427">
                  <a:extLst>
                    <a:ext uri="{9D8B030D-6E8A-4147-A177-3AD203B41FA5}">
                      <a16:colId xmlns:a16="http://schemas.microsoft.com/office/drawing/2014/main" val="1873709042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3043113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4287913463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940938314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956651065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147681480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5830696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159969507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279263305"/>
                    </a:ext>
                  </a:extLst>
                </a:gridCol>
              </a:tblGrid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4360502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87927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88901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158438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453878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66598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2917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54676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665308"/>
                  </a:ext>
                </a:extLst>
              </a:tr>
            </a:tbl>
          </a:graphicData>
        </a:graphic>
      </p:graphicFrame>
      <p:graphicFrame>
        <p:nvGraphicFramePr>
          <p:cNvPr id="82" name="Table 81">
            <a:extLst>
              <a:ext uri="{FF2B5EF4-FFF2-40B4-BE49-F238E27FC236}">
                <a16:creationId xmlns:a16="http://schemas.microsoft.com/office/drawing/2014/main" id="{AACD5443-D599-4BD3-BF38-4CAD786A6C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576545"/>
              </p:ext>
            </p:extLst>
          </p:nvPr>
        </p:nvGraphicFramePr>
        <p:xfrm>
          <a:off x="5307098" y="3268021"/>
          <a:ext cx="3186980" cy="221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8698">
                  <a:extLst>
                    <a:ext uri="{9D8B030D-6E8A-4147-A177-3AD203B41FA5}">
                      <a16:colId xmlns:a16="http://schemas.microsoft.com/office/drawing/2014/main" val="87534428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981137998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1446481481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70111234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610786900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76231758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775331855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969406031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051354527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09364359"/>
                    </a:ext>
                  </a:extLst>
                </a:gridCol>
              </a:tblGrid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0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3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266748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81FD4575-B9F0-4330-9C40-16A11D68024F}"/>
              </a:ext>
            </a:extLst>
          </p:cNvPr>
          <p:cNvSpPr txBox="1"/>
          <p:nvPr/>
        </p:nvSpPr>
        <p:spPr>
          <a:xfrm>
            <a:off x="4755437" y="18148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2D4BC05-CD1B-4BBF-8F39-9ECF15A5F446}"/>
              </a:ext>
            </a:extLst>
          </p:cNvPr>
          <p:cNvSpPr txBox="1"/>
          <p:nvPr/>
        </p:nvSpPr>
        <p:spPr>
          <a:xfrm>
            <a:off x="8225905" y="18148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F557B3-83E7-4F53-A5F0-E59C8EE5221B}"/>
              </a:ext>
            </a:extLst>
          </p:cNvPr>
          <p:cNvSpPr txBox="1"/>
          <p:nvPr/>
        </p:nvSpPr>
        <p:spPr>
          <a:xfrm>
            <a:off x="1468881" y="813806"/>
            <a:ext cx="4507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Nodes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6F8A34F-B050-448E-BD92-01CAFDA47F95}"/>
              </a:ext>
            </a:extLst>
          </p:cNvPr>
          <p:cNvSpPr txBox="1"/>
          <p:nvPr/>
        </p:nvSpPr>
        <p:spPr>
          <a:xfrm>
            <a:off x="1422394" y="3267490"/>
            <a:ext cx="54373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Timeslot</a:t>
            </a:r>
          </a:p>
        </p:txBody>
      </p:sp>
    </p:spTree>
    <p:extLst>
      <p:ext uri="{BB962C8B-B14F-4D97-AF65-F5344CB8AC3E}">
        <p14:creationId xmlns:p14="http://schemas.microsoft.com/office/powerpoint/2010/main" val="265676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32923C-D85B-4E30-8740-2693377CED96}"/>
              </a:ext>
            </a:extLst>
          </p:cNvPr>
          <p:cNvSpPr/>
          <p:nvPr/>
        </p:nvSpPr>
        <p:spPr>
          <a:xfrm rot="5400000">
            <a:off x="889233" y="2803321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Power Source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1570F4-E11E-4589-AD7D-B1735B89B9F1}"/>
              </a:ext>
            </a:extLst>
          </p:cNvPr>
          <p:cNvSpPr/>
          <p:nvPr/>
        </p:nvSpPr>
        <p:spPr>
          <a:xfrm>
            <a:off x="2696360" y="2803320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MCU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023766-2555-4450-BB66-3EBCD1C4F859}"/>
              </a:ext>
            </a:extLst>
          </p:cNvPr>
          <p:cNvSpPr/>
          <p:nvPr/>
        </p:nvSpPr>
        <p:spPr>
          <a:xfrm>
            <a:off x="2696360" y="2002172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Transceiver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1DE55E-3953-452A-9596-91344D8B6446}"/>
              </a:ext>
            </a:extLst>
          </p:cNvPr>
          <p:cNvSpPr/>
          <p:nvPr/>
        </p:nvSpPr>
        <p:spPr>
          <a:xfrm>
            <a:off x="5304636" y="2803319"/>
            <a:ext cx="736834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ADC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F8F1A5-8B72-4CA3-8EEB-687804E3185A}"/>
              </a:ext>
            </a:extLst>
          </p:cNvPr>
          <p:cNvSpPr/>
          <p:nvPr/>
        </p:nvSpPr>
        <p:spPr>
          <a:xfrm>
            <a:off x="5084425" y="2144432"/>
            <a:ext cx="1177255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Sensor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AFD65D-7292-4607-B536-26B273AC08E9}"/>
              </a:ext>
            </a:extLst>
          </p:cNvPr>
          <p:cNvSpPr/>
          <p:nvPr/>
        </p:nvSpPr>
        <p:spPr>
          <a:xfrm>
            <a:off x="5084425" y="3398244"/>
            <a:ext cx="1191236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Sensor 2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28D9CB-47FE-4C00-B925-818683845FA2}"/>
              </a:ext>
            </a:extLst>
          </p:cNvPr>
          <p:cNvCxnSpPr>
            <a:stCxn id="8" idx="2"/>
            <a:endCxn id="7" idx="0"/>
          </p:cNvCxnSpPr>
          <p:nvPr/>
        </p:nvCxnSpPr>
        <p:spPr>
          <a:xfrm>
            <a:off x="5673053" y="2513547"/>
            <a:ext cx="0" cy="2897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A7DA6CD-9109-473C-9CEB-EA6D9C6EDD4D}"/>
              </a:ext>
            </a:extLst>
          </p:cNvPr>
          <p:cNvCxnSpPr>
            <a:stCxn id="9" idx="0"/>
            <a:endCxn id="7" idx="2"/>
          </p:cNvCxnSpPr>
          <p:nvPr/>
        </p:nvCxnSpPr>
        <p:spPr>
          <a:xfrm flipH="1" flipV="1">
            <a:off x="5673053" y="3172434"/>
            <a:ext cx="6990" cy="225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518C6C-028D-4C73-8525-59F64223E44D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4667773" y="2987877"/>
            <a:ext cx="636863" cy="1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B6537BA-6CB4-476F-B90D-7765E6C6820E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3682067" y="2371287"/>
            <a:ext cx="0" cy="43203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1A8A78D1-8D85-41DE-8914-5EC47C31774F}"/>
              </a:ext>
            </a:extLst>
          </p:cNvPr>
          <p:cNvSpPr/>
          <p:nvPr/>
        </p:nvSpPr>
        <p:spPr>
          <a:xfrm>
            <a:off x="2696360" y="3604467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Memory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A4D1A42-C065-4D54-90C2-FF8CA5CFC3C2}"/>
              </a:ext>
            </a:extLst>
          </p:cNvPr>
          <p:cNvCxnSpPr>
            <a:cxnSpLocks/>
          </p:cNvCxnSpPr>
          <p:nvPr/>
        </p:nvCxnSpPr>
        <p:spPr>
          <a:xfrm>
            <a:off x="3682065" y="3172434"/>
            <a:ext cx="0" cy="43203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11C5BE1-F84F-434C-B9C9-FD2D6AF93369}"/>
              </a:ext>
            </a:extLst>
          </p:cNvPr>
          <p:cNvCxnSpPr>
            <a:cxnSpLocks/>
            <a:stCxn id="4" idx="0"/>
            <a:endCxn id="5" idx="1"/>
          </p:cNvCxnSpPr>
          <p:nvPr/>
        </p:nvCxnSpPr>
        <p:spPr>
          <a:xfrm flipV="1">
            <a:off x="2059497" y="2987878"/>
            <a:ext cx="636863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5971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09F28A2C-F988-4E8B-8522-F9487C4D6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0233550"/>
              </p:ext>
            </p:extLst>
          </p:nvPr>
        </p:nvGraphicFramePr>
        <p:xfrm>
          <a:off x="2224946" y="3058160"/>
          <a:ext cx="6860330" cy="685800"/>
        </p:xfrm>
        <a:graphic>
          <a:graphicData uri="http://schemas.openxmlformats.org/drawingml/2006/table">
            <a:tbl>
              <a:tblPr>
                <a:tableStyleId>{F5AB1C69-6EDB-4FF4-983F-18BD219EF322}</a:tableStyleId>
              </a:tblPr>
              <a:tblGrid>
                <a:gridCol w="1139039">
                  <a:extLst>
                    <a:ext uri="{9D8B030D-6E8A-4147-A177-3AD203B41FA5}">
                      <a16:colId xmlns:a16="http://schemas.microsoft.com/office/drawing/2014/main" val="2756642822"/>
                    </a:ext>
                  </a:extLst>
                </a:gridCol>
                <a:gridCol w="1040235">
                  <a:extLst>
                    <a:ext uri="{9D8B030D-6E8A-4147-A177-3AD203B41FA5}">
                      <a16:colId xmlns:a16="http://schemas.microsoft.com/office/drawing/2014/main" val="4120465385"/>
                    </a:ext>
                  </a:extLst>
                </a:gridCol>
                <a:gridCol w="1260332">
                  <a:extLst>
                    <a:ext uri="{9D8B030D-6E8A-4147-A177-3AD203B41FA5}">
                      <a16:colId xmlns:a16="http://schemas.microsoft.com/office/drawing/2014/main" val="2229551690"/>
                    </a:ext>
                  </a:extLst>
                </a:gridCol>
                <a:gridCol w="3420724">
                  <a:extLst>
                    <a:ext uri="{9D8B030D-6E8A-4147-A177-3AD203B41FA5}">
                      <a16:colId xmlns:a16="http://schemas.microsoft.com/office/drawing/2014/main" val="2935907460"/>
                    </a:ext>
                  </a:extLst>
                </a:gridCol>
              </a:tblGrid>
              <a:tr h="351692"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Preamble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Start of Packet Delimiter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PHY Header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PHY Service Data Unit (PSDU)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9109349"/>
                  </a:ext>
                </a:extLst>
              </a:tr>
              <a:tr h="239359">
                <a:tc gridSpan="3"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(6 Octets)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>
                        <a:latin typeface="+mn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(0 – 127 Octets)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0675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9089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A8E37EF7-F146-44C8-B930-0E97A995F2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472248"/>
              </p:ext>
            </p:extLst>
          </p:nvPr>
        </p:nvGraphicFramePr>
        <p:xfrm>
          <a:off x="5189638" y="2873002"/>
          <a:ext cx="2601522" cy="171600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3587">
                  <a:extLst>
                    <a:ext uri="{9D8B030D-6E8A-4147-A177-3AD203B41FA5}">
                      <a16:colId xmlns:a16="http://schemas.microsoft.com/office/drawing/2014/main" val="1816089050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872101020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1944272048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2937209987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839327083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549102769"/>
                    </a:ext>
                  </a:extLst>
                </a:gridCol>
              </a:tblGrid>
              <a:tr h="334827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137639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81053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B-&gt;A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3934831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C-&gt;A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C-&gt;A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337378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D-&gt;B</a:t>
                      </a:r>
                      <a:endParaRPr lang="en-US" sz="1000"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D-&gt;B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7393505"/>
                  </a:ext>
                </a:extLst>
              </a:tr>
            </a:tbl>
          </a:graphicData>
        </a:graphic>
      </p:graphicFrame>
      <p:sp>
        <p:nvSpPr>
          <p:cNvPr id="4" name="타원 4">
            <a:extLst>
              <a:ext uri="{FF2B5EF4-FFF2-40B4-BE49-F238E27FC236}">
                <a16:creationId xmlns:a16="http://schemas.microsoft.com/office/drawing/2014/main" id="{31CE1A6D-7249-496A-B501-B49299FD1F1B}"/>
              </a:ext>
            </a:extLst>
          </p:cNvPr>
          <p:cNvSpPr/>
          <p:nvPr/>
        </p:nvSpPr>
        <p:spPr>
          <a:xfrm>
            <a:off x="3731535" y="2935583"/>
            <a:ext cx="309868" cy="297863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A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5" name="타원 27">
            <a:extLst>
              <a:ext uri="{FF2B5EF4-FFF2-40B4-BE49-F238E27FC236}">
                <a16:creationId xmlns:a16="http://schemas.microsoft.com/office/drawing/2014/main" id="{DAE9F349-54C7-4517-8B4F-3742FDF77374}"/>
              </a:ext>
            </a:extLst>
          </p:cNvPr>
          <p:cNvSpPr/>
          <p:nvPr/>
        </p:nvSpPr>
        <p:spPr>
          <a:xfrm>
            <a:off x="4214070" y="3525729"/>
            <a:ext cx="283135" cy="29310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B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6" name="타원 27">
            <a:extLst>
              <a:ext uri="{FF2B5EF4-FFF2-40B4-BE49-F238E27FC236}">
                <a16:creationId xmlns:a16="http://schemas.microsoft.com/office/drawing/2014/main" id="{854A867C-D3B1-45E6-A708-9A4C054D7B0E}"/>
              </a:ext>
            </a:extLst>
          </p:cNvPr>
          <p:cNvSpPr/>
          <p:nvPr/>
        </p:nvSpPr>
        <p:spPr>
          <a:xfrm>
            <a:off x="3373773" y="3525729"/>
            <a:ext cx="283135" cy="29310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C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7" name="타원 27">
            <a:extLst>
              <a:ext uri="{FF2B5EF4-FFF2-40B4-BE49-F238E27FC236}">
                <a16:creationId xmlns:a16="http://schemas.microsoft.com/office/drawing/2014/main" id="{1EE4ACE2-6589-438A-B97F-3EE1EFC4CCC3}"/>
              </a:ext>
            </a:extLst>
          </p:cNvPr>
          <p:cNvSpPr/>
          <p:nvPr/>
        </p:nvSpPr>
        <p:spPr>
          <a:xfrm>
            <a:off x="4214071" y="4183203"/>
            <a:ext cx="283135" cy="29310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D</a:t>
            </a:r>
            <a:endParaRPr lang="ko-KR" altLang="en-US" sz="1200">
              <a:solidFill>
                <a:schemeClr val="tx1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78AC3B-8D4F-41F9-94C7-1D2374BA4FA5}"/>
              </a:ext>
            </a:extLst>
          </p:cNvPr>
          <p:cNvCxnSpPr>
            <a:cxnSpLocks/>
            <a:stCxn id="6" idx="7"/>
            <a:endCxn id="4" idx="3"/>
          </p:cNvCxnSpPr>
          <p:nvPr/>
        </p:nvCxnSpPr>
        <p:spPr>
          <a:xfrm flipV="1">
            <a:off x="3615444" y="3189825"/>
            <a:ext cx="161470" cy="378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1EF9A24-B9F7-4B3D-BA9A-8F85033A2AD7}"/>
              </a:ext>
            </a:extLst>
          </p:cNvPr>
          <p:cNvCxnSpPr>
            <a:cxnSpLocks/>
            <a:stCxn id="5" idx="0"/>
            <a:endCxn id="4" idx="5"/>
          </p:cNvCxnSpPr>
          <p:nvPr/>
        </p:nvCxnSpPr>
        <p:spPr>
          <a:xfrm flipH="1" flipV="1">
            <a:off x="3996024" y="3189825"/>
            <a:ext cx="359614" cy="3359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5A7BEFE-0D3F-401C-A07A-864B934BC660}"/>
              </a:ext>
            </a:extLst>
          </p:cNvPr>
          <p:cNvCxnSpPr>
            <a:cxnSpLocks/>
            <a:stCxn id="7" idx="0"/>
            <a:endCxn id="5" idx="4"/>
          </p:cNvCxnSpPr>
          <p:nvPr/>
        </p:nvCxnSpPr>
        <p:spPr>
          <a:xfrm flipH="1" flipV="1">
            <a:off x="4355638" y="3818833"/>
            <a:ext cx="1" cy="364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FB36B6-0DDA-47F9-AD48-27E8B3D1D23A}"/>
              </a:ext>
            </a:extLst>
          </p:cNvPr>
          <p:cNvCxnSpPr>
            <a:cxnSpLocks/>
          </p:cNvCxnSpPr>
          <p:nvPr/>
        </p:nvCxnSpPr>
        <p:spPr>
          <a:xfrm flipV="1">
            <a:off x="5150841" y="2583809"/>
            <a:ext cx="0" cy="20413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8C3DFC-A3D3-455E-82E0-B3DFA5A2F99E}"/>
              </a:ext>
            </a:extLst>
          </p:cNvPr>
          <p:cNvCxnSpPr>
            <a:cxnSpLocks/>
          </p:cNvCxnSpPr>
          <p:nvPr/>
        </p:nvCxnSpPr>
        <p:spPr>
          <a:xfrm>
            <a:off x="5159230" y="4625203"/>
            <a:ext cx="28942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F812073-D9E9-4E7F-9900-D8573265B15B}"/>
              </a:ext>
            </a:extLst>
          </p:cNvPr>
          <p:cNvSpPr txBox="1"/>
          <p:nvPr/>
        </p:nvSpPr>
        <p:spPr>
          <a:xfrm rot="16200000">
            <a:off x="4266159" y="3691436"/>
            <a:ext cx="1087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Channel offset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30B678-D10B-4ECD-9FF6-434454E6E100}"/>
              </a:ext>
            </a:extLst>
          </p:cNvPr>
          <p:cNvSpPr txBox="1"/>
          <p:nvPr/>
        </p:nvSpPr>
        <p:spPr>
          <a:xfrm>
            <a:off x="6172012" y="4797258"/>
            <a:ext cx="8183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Slot offset</a:t>
            </a: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A1AAB994-4A24-4369-A9A3-4243491B3C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08242"/>
              </p:ext>
            </p:extLst>
          </p:nvPr>
        </p:nvGraphicFramePr>
        <p:xfrm>
          <a:off x="4767219" y="2873002"/>
          <a:ext cx="372628" cy="171600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72628">
                  <a:extLst>
                    <a:ext uri="{9D8B030D-6E8A-4147-A177-3AD203B41FA5}">
                      <a16:colId xmlns:a16="http://schemas.microsoft.com/office/drawing/2014/main" val="903355286"/>
                    </a:ext>
                  </a:extLst>
                </a:gridCol>
              </a:tblGrid>
              <a:tr h="334827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34887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2820231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653193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81507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621430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84430776-D9AF-404D-8417-476E230A3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036739"/>
              </p:ext>
            </p:extLst>
          </p:nvPr>
        </p:nvGraphicFramePr>
        <p:xfrm>
          <a:off x="5189638" y="4641981"/>
          <a:ext cx="2601522" cy="2769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3587">
                  <a:extLst>
                    <a:ext uri="{9D8B030D-6E8A-4147-A177-3AD203B41FA5}">
                      <a16:colId xmlns:a16="http://schemas.microsoft.com/office/drawing/2014/main" val="386487912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3813988776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3236057705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1612332911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1789743125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3687282717"/>
                    </a:ext>
                  </a:extLst>
                </a:gridCol>
              </a:tblGrid>
              <a:tr h="276999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2263577"/>
                  </a:ext>
                </a:extLst>
              </a:tr>
            </a:tbl>
          </a:graphicData>
        </a:graphic>
      </p:graphicFrame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EF4E136-FC0C-48EA-825F-BA5EB6823241}"/>
              </a:ext>
            </a:extLst>
          </p:cNvPr>
          <p:cNvCxnSpPr/>
          <p:nvPr/>
        </p:nvCxnSpPr>
        <p:spPr>
          <a:xfrm>
            <a:off x="5189638" y="2759978"/>
            <a:ext cx="17312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D3859E3-74CF-49AC-AB7D-7C87619D44C6}"/>
              </a:ext>
            </a:extLst>
          </p:cNvPr>
          <p:cNvSpPr txBox="1"/>
          <p:nvPr/>
        </p:nvSpPr>
        <p:spPr>
          <a:xfrm>
            <a:off x="5686849" y="2540474"/>
            <a:ext cx="8291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Slot frame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0586818-972D-41BF-B914-E06F95C17A5A}"/>
              </a:ext>
            </a:extLst>
          </p:cNvPr>
          <p:cNvCxnSpPr>
            <a:cxnSpLocks/>
          </p:cNvCxnSpPr>
          <p:nvPr/>
        </p:nvCxnSpPr>
        <p:spPr>
          <a:xfrm flipH="1">
            <a:off x="6920917" y="2759978"/>
            <a:ext cx="8702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E4CF2F1B-14BB-43F0-A02E-BEC4219F2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9368748"/>
              </p:ext>
            </p:extLst>
          </p:nvPr>
        </p:nvGraphicFramePr>
        <p:xfrm>
          <a:off x="7740826" y="2866011"/>
          <a:ext cx="353347" cy="171600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3347">
                  <a:extLst>
                    <a:ext uri="{9D8B030D-6E8A-4147-A177-3AD203B41FA5}">
                      <a16:colId xmlns:a16="http://schemas.microsoft.com/office/drawing/2014/main" val="903355286"/>
                    </a:ext>
                  </a:extLst>
                </a:gridCol>
              </a:tblGrid>
              <a:tr h="334827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34887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2820231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653193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81507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621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2312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oup 83">
            <a:extLst>
              <a:ext uri="{FF2B5EF4-FFF2-40B4-BE49-F238E27FC236}">
                <a16:creationId xmlns:a16="http://schemas.microsoft.com/office/drawing/2014/main" id="{4E858B05-19B7-4C9A-B13F-D0674ADA5861}"/>
              </a:ext>
            </a:extLst>
          </p:cNvPr>
          <p:cNvGrpSpPr/>
          <p:nvPr/>
        </p:nvGrpSpPr>
        <p:grpSpPr>
          <a:xfrm>
            <a:off x="3113713" y="192946"/>
            <a:ext cx="8257566" cy="4688736"/>
            <a:chOff x="3113713" y="192946"/>
            <a:chExt cx="8257566" cy="4688736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FEBA696-B4C0-464C-9472-611B1CF92C3C}"/>
                </a:ext>
              </a:extLst>
            </p:cNvPr>
            <p:cNvSpPr/>
            <p:nvPr/>
          </p:nvSpPr>
          <p:spPr>
            <a:xfrm>
              <a:off x="5217952" y="192946"/>
              <a:ext cx="2172748" cy="50333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Link Quality Estimators (LQEs)</a:t>
              </a:r>
            </a:p>
          </p:txBody>
        </p:sp>
        <p:cxnSp>
          <p:nvCxnSpPr>
            <p:cNvPr id="11" name="Connector: Elbow 10">
              <a:extLst>
                <a:ext uri="{FF2B5EF4-FFF2-40B4-BE49-F238E27FC236}">
                  <a16:creationId xmlns:a16="http://schemas.microsoft.com/office/drawing/2014/main" id="{CFC15B04-9618-4744-97BA-3C147C669480}"/>
                </a:ext>
              </a:extLst>
            </p:cNvPr>
            <p:cNvCxnSpPr>
              <a:cxnSpLocks/>
              <a:stCxn id="2" idx="2"/>
              <a:endCxn id="13" idx="0"/>
            </p:cNvCxnSpPr>
            <p:nvPr/>
          </p:nvCxnSpPr>
          <p:spPr>
            <a:xfrm rot="5400000">
              <a:off x="4842196" y="-93327"/>
              <a:ext cx="672518" cy="2251743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AA5CE5C-8267-44EF-8972-8E6FDE451D80}"/>
                </a:ext>
              </a:extLst>
            </p:cNvPr>
            <p:cNvSpPr/>
            <p:nvPr/>
          </p:nvSpPr>
          <p:spPr>
            <a:xfrm>
              <a:off x="3113714" y="1368803"/>
              <a:ext cx="1877737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Hardware-based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6D807F5-2CFD-4BC6-ACED-EFDD8443B781}"/>
                </a:ext>
              </a:extLst>
            </p:cNvPr>
            <p:cNvSpPr/>
            <p:nvPr/>
          </p:nvSpPr>
          <p:spPr>
            <a:xfrm>
              <a:off x="7997504" y="1371599"/>
              <a:ext cx="1877737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Software-based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BB48114-FB56-48B3-9EED-B8A18A41DBFB}"/>
                </a:ext>
              </a:extLst>
            </p:cNvPr>
            <p:cNvSpPr/>
            <p:nvPr/>
          </p:nvSpPr>
          <p:spPr>
            <a:xfrm>
              <a:off x="3398941" y="2406241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RSSI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AE4D18D-A588-4BAB-8011-BA9A0792ECB5}"/>
                </a:ext>
              </a:extLst>
            </p:cNvPr>
            <p:cNvSpPr/>
            <p:nvPr/>
          </p:nvSpPr>
          <p:spPr>
            <a:xfrm>
              <a:off x="3398940" y="3176630"/>
              <a:ext cx="1349231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LQI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0BD3B95-5F27-40D0-958B-AD42D1095BCA}"/>
                </a:ext>
              </a:extLst>
            </p:cNvPr>
            <p:cNvSpPr/>
            <p:nvPr/>
          </p:nvSpPr>
          <p:spPr>
            <a:xfrm>
              <a:off x="3398940" y="3947019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SNR</a:t>
              </a:r>
            </a:p>
          </p:txBody>
        </p: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C127308B-EE83-4BC1-B819-77EC4E31B317}"/>
                </a:ext>
              </a:extLst>
            </p:cNvPr>
            <p:cNvCxnSpPr>
              <a:cxnSpLocks/>
              <a:stCxn id="13" idx="1"/>
              <a:endCxn id="17" idx="1"/>
            </p:cNvCxnSpPr>
            <p:nvPr/>
          </p:nvCxnSpPr>
          <p:spPr>
            <a:xfrm rot="10800000" flipH="1" flipV="1">
              <a:off x="3113714" y="1619774"/>
              <a:ext cx="285226" cy="2578216"/>
            </a:xfrm>
            <a:prstGeom prst="bentConnector3">
              <a:avLst>
                <a:gd name="adj1" fmla="val -801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0232208F-E00F-49DE-BEB2-20B60227B9A4}"/>
                </a:ext>
              </a:extLst>
            </p:cNvPr>
            <p:cNvCxnSpPr>
              <a:cxnSpLocks/>
              <a:stCxn id="13" idx="1"/>
              <a:endCxn id="15" idx="1"/>
            </p:cNvCxnSpPr>
            <p:nvPr/>
          </p:nvCxnSpPr>
          <p:spPr>
            <a:xfrm rot="10800000" flipH="1" flipV="1">
              <a:off x="3113713" y="1619774"/>
              <a:ext cx="285227" cy="1037438"/>
            </a:xfrm>
            <a:prstGeom prst="bentConnector3">
              <a:avLst>
                <a:gd name="adj1" fmla="val -801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07C0B7C-2CCF-4063-9995-3AA8A1E8C14C}"/>
                </a:ext>
              </a:extLst>
            </p:cNvPr>
            <p:cNvCxnSpPr>
              <a:cxnSpLocks/>
              <a:stCxn id="13" idx="1"/>
              <a:endCxn id="16" idx="1"/>
            </p:cNvCxnSpPr>
            <p:nvPr/>
          </p:nvCxnSpPr>
          <p:spPr>
            <a:xfrm rot="10800000" flipH="1" flipV="1">
              <a:off x="3113714" y="1619773"/>
              <a:ext cx="285226" cy="1807827"/>
            </a:xfrm>
            <a:prstGeom prst="bentConnector3">
              <a:avLst>
                <a:gd name="adj1" fmla="val -801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114E8C79-D4EF-48ED-B6C1-1DFCAF3CD5C5}"/>
                </a:ext>
              </a:extLst>
            </p:cNvPr>
            <p:cNvCxnSpPr>
              <a:cxnSpLocks/>
              <a:stCxn id="2" idx="2"/>
              <a:endCxn id="14" idx="0"/>
            </p:cNvCxnSpPr>
            <p:nvPr/>
          </p:nvCxnSpPr>
          <p:spPr>
            <a:xfrm rot="16200000" flipH="1">
              <a:off x="7282692" y="-282082"/>
              <a:ext cx="675314" cy="2632047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Elbow 32">
              <a:extLst>
                <a:ext uri="{FF2B5EF4-FFF2-40B4-BE49-F238E27FC236}">
                  <a16:creationId xmlns:a16="http://schemas.microsoft.com/office/drawing/2014/main" id="{F662CA59-3AF2-4127-B5D4-C52E6B2E2C52}"/>
                </a:ext>
              </a:extLst>
            </p:cNvPr>
            <p:cNvCxnSpPr>
              <a:cxnSpLocks/>
              <a:stCxn id="14" idx="2"/>
              <a:endCxn id="36" idx="0"/>
            </p:cNvCxnSpPr>
            <p:nvPr/>
          </p:nvCxnSpPr>
          <p:spPr>
            <a:xfrm rot="5400000">
              <a:off x="7859087" y="1195430"/>
              <a:ext cx="399176" cy="1755397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52BD580-6BE5-48D5-948A-C405B66C9A58}"/>
                </a:ext>
              </a:extLst>
            </p:cNvPr>
            <p:cNvSpPr/>
            <p:nvPr/>
          </p:nvSpPr>
          <p:spPr>
            <a:xfrm>
              <a:off x="6506361" y="2272716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PRR-based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24F5816-F610-4674-BD3B-ADD0C3B2EAB7}"/>
                </a:ext>
              </a:extLst>
            </p:cNvPr>
            <p:cNvSpPr/>
            <p:nvPr/>
          </p:nvSpPr>
          <p:spPr>
            <a:xfrm>
              <a:off x="8264205" y="2272715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RNP-based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CB28C8F-5D54-414B-AEBD-5B6F4AA9570A}"/>
                </a:ext>
              </a:extLst>
            </p:cNvPr>
            <p:cNvSpPr/>
            <p:nvPr/>
          </p:nvSpPr>
          <p:spPr>
            <a:xfrm>
              <a:off x="10022049" y="2272715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Score-based</a:t>
              </a: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374509F2-9FDF-4229-BE00-4D14ADE10577}"/>
                </a:ext>
              </a:extLst>
            </p:cNvPr>
            <p:cNvCxnSpPr>
              <a:cxnSpLocks/>
              <a:stCxn id="14" idx="2"/>
              <a:endCxn id="38" idx="0"/>
            </p:cNvCxnSpPr>
            <p:nvPr/>
          </p:nvCxnSpPr>
          <p:spPr>
            <a:xfrm rot="16200000" flipH="1">
              <a:off x="8738009" y="2071903"/>
              <a:ext cx="399175" cy="2447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F662CA59-3AF2-4127-B5D4-C52E6B2E2C52}"/>
                </a:ext>
              </a:extLst>
            </p:cNvPr>
            <p:cNvCxnSpPr>
              <a:cxnSpLocks/>
              <a:stCxn id="14" idx="2"/>
              <a:endCxn id="39" idx="0"/>
            </p:cNvCxnSpPr>
            <p:nvPr/>
          </p:nvCxnSpPr>
          <p:spPr>
            <a:xfrm rot="16200000" flipH="1">
              <a:off x="9616931" y="1192981"/>
              <a:ext cx="399175" cy="1760291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A4BFFE31-9C75-4EA1-A00F-4B7811E969BE}"/>
                </a:ext>
              </a:extLst>
            </p:cNvPr>
            <p:cNvSpPr/>
            <p:nvPr/>
          </p:nvSpPr>
          <p:spPr>
            <a:xfrm>
              <a:off x="6623807" y="3020033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PRR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16944BA4-EF75-4F52-816A-79035BE048A9}"/>
                </a:ext>
              </a:extLst>
            </p:cNvPr>
            <p:cNvSpPr/>
            <p:nvPr/>
          </p:nvSpPr>
          <p:spPr>
            <a:xfrm>
              <a:off x="6627302" y="3643614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WMEWMA</a:t>
              </a:r>
            </a:p>
          </p:txBody>
        </p:sp>
        <p:cxnSp>
          <p:nvCxnSpPr>
            <p:cNvPr id="48" name="Connector: Elbow 47">
              <a:extLst>
                <a:ext uri="{FF2B5EF4-FFF2-40B4-BE49-F238E27FC236}">
                  <a16:creationId xmlns:a16="http://schemas.microsoft.com/office/drawing/2014/main" id="{0F4E49CE-00AE-4A84-839E-8FDEEF0B14CF}"/>
                </a:ext>
              </a:extLst>
            </p:cNvPr>
            <p:cNvCxnSpPr>
              <a:cxnSpLocks/>
              <a:stCxn id="36" idx="1"/>
              <a:endCxn id="46" idx="1"/>
            </p:cNvCxnSpPr>
            <p:nvPr/>
          </p:nvCxnSpPr>
          <p:spPr>
            <a:xfrm rot="10800000" flipH="1" flipV="1">
              <a:off x="6506361" y="2523686"/>
              <a:ext cx="117446" cy="747317"/>
            </a:xfrm>
            <a:prstGeom prst="bentConnector3">
              <a:avLst>
                <a:gd name="adj1" fmla="val -194643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0AAFF1CE-6C74-425A-9BC9-71FD7348B8D9}"/>
                </a:ext>
              </a:extLst>
            </p:cNvPr>
            <p:cNvCxnSpPr>
              <a:cxnSpLocks/>
              <a:stCxn id="36" idx="1"/>
              <a:endCxn id="47" idx="1"/>
            </p:cNvCxnSpPr>
            <p:nvPr/>
          </p:nvCxnSpPr>
          <p:spPr>
            <a:xfrm rot="10800000" flipH="1" flipV="1">
              <a:off x="6506360" y="2523687"/>
              <a:ext cx="120941" cy="1370898"/>
            </a:xfrm>
            <a:prstGeom prst="bentConnector3">
              <a:avLst>
                <a:gd name="adj1" fmla="val -18901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55DE62C-95D2-4EC2-B2A6-C5096DF69265}"/>
                </a:ext>
              </a:extLst>
            </p:cNvPr>
            <p:cNvSpPr/>
            <p:nvPr/>
          </p:nvSpPr>
          <p:spPr>
            <a:xfrm>
              <a:off x="8388641" y="3020032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ETX</a:t>
              </a:r>
            </a:p>
          </p:txBody>
        </p:sp>
        <p:cxnSp>
          <p:nvCxnSpPr>
            <p:cNvPr id="55" name="Connector: Elbow 54">
              <a:extLst>
                <a:ext uri="{FF2B5EF4-FFF2-40B4-BE49-F238E27FC236}">
                  <a16:creationId xmlns:a16="http://schemas.microsoft.com/office/drawing/2014/main" id="{01E35C81-211F-4047-8095-D2FC9122A037}"/>
                </a:ext>
              </a:extLst>
            </p:cNvPr>
            <p:cNvCxnSpPr>
              <a:cxnSpLocks/>
              <a:stCxn id="38" idx="1"/>
              <a:endCxn id="54" idx="1"/>
            </p:cNvCxnSpPr>
            <p:nvPr/>
          </p:nvCxnSpPr>
          <p:spPr>
            <a:xfrm rot="10800000" flipH="1" flipV="1">
              <a:off x="8264205" y="2523685"/>
              <a:ext cx="124436" cy="747317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D89ECE56-B72A-47D4-81BE-31A31344FD87}"/>
                </a:ext>
              </a:extLst>
            </p:cNvPr>
            <p:cNvSpPr/>
            <p:nvPr/>
          </p:nvSpPr>
          <p:spPr>
            <a:xfrm>
              <a:off x="8388641" y="3638017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Four-bit</a:t>
              </a:r>
            </a:p>
          </p:txBody>
        </p:sp>
        <p:cxnSp>
          <p:nvCxnSpPr>
            <p:cNvPr id="59" name="Connector: Elbow 58">
              <a:extLst>
                <a:ext uri="{FF2B5EF4-FFF2-40B4-BE49-F238E27FC236}">
                  <a16:creationId xmlns:a16="http://schemas.microsoft.com/office/drawing/2014/main" id="{C554FFEC-FFCB-4BC5-911B-C5C414965B04}"/>
                </a:ext>
              </a:extLst>
            </p:cNvPr>
            <p:cNvCxnSpPr>
              <a:cxnSpLocks/>
              <a:stCxn id="36" idx="1"/>
              <a:endCxn id="62" idx="1"/>
            </p:cNvCxnSpPr>
            <p:nvPr/>
          </p:nvCxnSpPr>
          <p:spPr>
            <a:xfrm rot="10800000" flipH="1" flipV="1">
              <a:off x="6506361" y="2523686"/>
              <a:ext cx="124436" cy="2107025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5CE863D-8958-4A04-B037-2BF5970D9B78}"/>
                </a:ext>
              </a:extLst>
            </p:cNvPr>
            <p:cNvSpPr/>
            <p:nvPr/>
          </p:nvSpPr>
          <p:spPr>
            <a:xfrm>
              <a:off x="6630797" y="4379741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…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28B003E-E98D-483B-B747-7906CCF69A20}"/>
                </a:ext>
              </a:extLst>
            </p:cNvPr>
            <p:cNvSpPr/>
            <p:nvPr/>
          </p:nvSpPr>
          <p:spPr>
            <a:xfrm>
              <a:off x="8381652" y="4379741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…</a:t>
              </a:r>
            </a:p>
          </p:txBody>
        </p:sp>
        <p:cxnSp>
          <p:nvCxnSpPr>
            <p:cNvPr id="65" name="Connector: Elbow 64">
              <a:extLst>
                <a:ext uri="{FF2B5EF4-FFF2-40B4-BE49-F238E27FC236}">
                  <a16:creationId xmlns:a16="http://schemas.microsoft.com/office/drawing/2014/main" id="{C7868742-7D29-4C66-924E-C0A01275B7CE}"/>
                </a:ext>
              </a:extLst>
            </p:cNvPr>
            <p:cNvCxnSpPr>
              <a:cxnSpLocks/>
              <a:stCxn id="38" idx="1"/>
              <a:endCxn id="58" idx="1"/>
            </p:cNvCxnSpPr>
            <p:nvPr/>
          </p:nvCxnSpPr>
          <p:spPr>
            <a:xfrm rot="10800000" flipH="1" flipV="1">
              <a:off x="8264205" y="2523686"/>
              <a:ext cx="124436" cy="1365302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: Elbow 67">
              <a:extLst>
                <a:ext uri="{FF2B5EF4-FFF2-40B4-BE49-F238E27FC236}">
                  <a16:creationId xmlns:a16="http://schemas.microsoft.com/office/drawing/2014/main" id="{1DE65F3C-C7AE-40B1-8831-BB8812C461CC}"/>
                </a:ext>
              </a:extLst>
            </p:cNvPr>
            <p:cNvCxnSpPr>
              <a:cxnSpLocks/>
              <a:stCxn id="38" idx="1"/>
              <a:endCxn id="64" idx="1"/>
            </p:cNvCxnSpPr>
            <p:nvPr/>
          </p:nvCxnSpPr>
          <p:spPr>
            <a:xfrm rot="10800000" flipH="1" flipV="1">
              <a:off x="8264204" y="2523686"/>
              <a:ext cx="117447" cy="2107026"/>
            </a:xfrm>
            <a:prstGeom prst="bentConnector3">
              <a:avLst>
                <a:gd name="adj1" fmla="val -19464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3EF9961-A20A-42E0-918A-E2914CB5345B}"/>
                </a:ext>
              </a:extLst>
            </p:cNvPr>
            <p:cNvSpPr/>
            <p:nvPr/>
          </p:nvSpPr>
          <p:spPr>
            <a:xfrm>
              <a:off x="10146485" y="4379741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…</a:t>
              </a:r>
            </a:p>
          </p:txBody>
        </p:sp>
        <p:cxnSp>
          <p:nvCxnSpPr>
            <p:cNvPr id="72" name="Connector: Elbow 71">
              <a:extLst>
                <a:ext uri="{FF2B5EF4-FFF2-40B4-BE49-F238E27FC236}">
                  <a16:creationId xmlns:a16="http://schemas.microsoft.com/office/drawing/2014/main" id="{6176DB2F-110D-4C36-B0F2-6B6A2FF1B66B}"/>
                </a:ext>
              </a:extLst>
            </p:cNvPr>
            <p:cNvCxnSpPr>
              <a:cxnSpLocks/>
              <a:stCxn id="39" idx="1"/>
              <a:endCxn id="71" idx="1"/>
            </p:cNvCxnSpPr>
            <p:nvPr/>
          </p:nvCxnSpPr>
          <p:spPr>
            <a:xfrm rot="10800000" flipH="1" flipV="1">
              <a:off x="10022049" y="2523686"/>
              <a:ext cx="124436" cy="2107026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E9CB6C2-8626-489D-8918-73FDEA1DD64E}"/>
                </a:ext>
              </a:extLst>
            </p:cNvPr>
            <p:cNvSpPr/>
            <p:nvPr/>
          </p:nvSpPr>
          <p:spPr>
            <a:xfrm>
              <a:off x="10146485" y="3020031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F-LQE</a:t>
              </a: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C6B2F2E-0C14-4CB3-B809-BE02CE8BE6D2}"/>
                </a:ext>
              </a:extLst>
            </p:cNvPr>
            <p:cNvSpPr/>
            <p:nvPr/>
          </p:nvSpPr>
          <p:spPr>
            <a:xfrm>
              <a:off x="10142641" y="3638017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WRE</a:t>
              </a:r>
            </a:p>
          </p:txBody>
        </p:sp>
        <p:cxnSp>
          <p:nvCxnSpPr>
            <p:cNvPr id="77" name="Connector: Elbow 76">
              <a:extLst>
                <a:ext uri="{FF2B5EF4-FFF2-40B4-BE49-F238E27FC236}">
                  <a16:creationId xmlns:a16="http://schemas.microsoft.com/office/drawing/2014/main" id="{52DE0D48-6C22-41CD-8BFD-1EE8CF2E41C0}"/>
                </a:ext>
              </a:extLst>
            </p:cNvPr>
            <p:cNvCxnSpPr>
              <a:cxnSpLocks/>
              <a:stCxn id="39" idx="1"/>
              <a:endCxn id="75" idx="1"/>
            </p:cNvCxnSpPr>
            <p:nvPr/>
          </p:nvCxnSpPr>
          <p:spPr>
            <a:xfrm rot="10800000" flipH="1" flipV="1">
              <a:off x="10022049" y="2523686"/>
              <a:ext cx="124436" cy="747316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or: Elbow 79">
              <a:extLst>
                <a:ext uri="{FF2B5EF4-FFF2-40B4-BE49-F238E27FC236}">
                  <a16:creationId xmlns:a16="http://schemas.microsoft.com/office/drawing/2014/main" id="{E5AAC14F-11A0-4562-B935-0F63F50E61ED}"/>
                </a:ext>
              </a:extLst>
            </p:cNvPr>
            <p:cNvCxnSpPr>
              <a:cxnSpLocks/>
              <a:stCxn id="39" idx="1"/>
              <a:endCxn id="76" idx="1"/>
            </p:cNvCxnSpPr>
            <p:nvPr/>
          </p:nvCxnSpPr>
          <p:spPr>
            <a:xfrm rot="10800000" flipH="1" flipV="1">
              <a:off x="10022049" y="2523686"/>
              <a:ext cx="120592" cy="1365302"/>
            </a:xfrm>
            <a:prstGeom prst="bentConnector3">
              <a:avLst>
                <a:gd name="adj1" fmla="val -189565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281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</TotalTime>
  <Words>275</Words>
  <Application>Microsoft Office PowerPoint</Application>
  <PresentationFormat>Widescreen</PresentationFormat>
  <Paragraphs>227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Mr Tan</dc:creator>
  <cp:lastModifiedBy>Mr Tan</cp:lastModifiedBy>
  <cp:revision>37</cp:revision>
  <dcterms:created xsi:type="dcterms:W3CDTF">2020-08-20T14:34:00Z</dcterms:created>
  <dcterms:modified xsi:type="dcterms:W3CDTF">2020-10-06T16:42:19Z</dcterms:modified>
</cp:coreProperties>
</file>