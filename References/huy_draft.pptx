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9/29/2020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191</Words>
  <Application>Microsoft Office PowerPoint</Application>
  <PresentationFormat>Widescreen</PresentationFormat>
  <Paragraphs>179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27</cp:revision>
  <dcterms:created xsi:type="dcterms:W3CDTF">2020-08-20T14:34:00Z</dcterms:created>
  <dcterms:modified xsi:type="dcterms:W3CDTF">2020-09-29T06:39:02Z</dcterms:modified>
</cp:coreProperties>
</file>