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338" r:id="rId2"/>
    <p:sldId id="357" r:id="rId3"/>
    <p:sldId id="356" r:id="rId4"/>
    <p:sldId id="358" r:id="rId5"/>
    <p:sldId id="359" r:id="rId6"/>
    <p:sldId id="360" r:id="rId7"/>
    <p:sldId id="361" r:id="rId8"/>
    <p:sldId id="362" r:id="rId9"/>
    <p:sldId id="363" r:id="rId10"/>
    <p:sldId id="364" r:id="rId11"/>
    <p:sldId id="365" r:id="rId12"/>
    <p:sldId id="366" r:id="rId13"/>
    <p:sldId id="355" r:id="rId14"/>
    <p:sldId id="354" r:id="rId15"/>
    <p:sldId id="350" r:id="rId16"/>
    <p:sldId id="352" r:id="rId17"/>
    <p:sldId id="351" r:id="rId18"/>
    <p:sldId id="353" r:id="rId19"/>
    <p:sldId id="342" r:id="rId20"/>
    <p:sldId id="343" r:id="rId21"/>
    <p:sldId id="344" r:id="rId22"/>
    <p:sldId id="345" r:id="rId23"/>
    <p:sldId id="346" r:id="rId24"/>
    <p:sldId id="347" r:id="rId25"/>
    <p:sldId id="348" r:id="rId26"/>
    <p:sldId id="349" r:id="rId27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78" autoAdjust="0"/>
    <p:restoredTop sz="95314" autoAdjust="0"/>
  </p:normalViewPr>
  <p:slideViewPr>
    <p:cSldViewPr>
      <p:cViewPr varScale="1">
        <p:scale>
          <a:sx n="109" d="100"/>
          <a:sy n="109" d="100"/>
        </p:scale>
        <p:origin x="1830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CD6A2-A186-4ADA-B61C-357BC75CB575}" type="datetimeFigureOut">
              <a:rPr lang="en-US" smtClean="0"/>
              <a:pPr/>
              <a:t>9/24/2020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773606-0173-4315-8D7B-78A7A9AFC9B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02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sz="1400"/>
            </a:lvl1pPr>
          </a:lstStyle>
          <a:p>
            <a:fld id="{6863D3A1-FEA0-4868-A2A4-1BCFFB354D10}" type="slidenum">
              <a:rPr lang="en-US" altLang="ko-KR" smtClean="0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813026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alibri" panose="020F050202020403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7565" y="1302026"/>
            <a:ext cx="8517836" cy="4793973"/>
          </a:xfrm>
        </p:spPr>
        <p:txBody>
          <a:bodyPr/>
          <a:lstStyle>
            <a:lvl1pPr latinLnBrk="0">
              <a:buClr>
                <a:srgbClr val="FFC000"/>
              </a:buClr>
              <a:buSzPct val="90000"/>
              <a:buFont typeface="Wingdings" pitchFamily="2" charset="2"/>
              <a:buChar char="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1pPr>
            <a:lvl2pPr latinLnBrk="0">
              <a:buClr>
                <a:schemeClr val="accent3">
                  <a:lumMod val="50000"/>
                </a:schemeClr>
              </a:buClr>
              <a:buSzPct val="110000"/>
              <a:buFont typeface="Wingdings" pitchFamily="2" charset="2"/>
              <a:buChar char="§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2pPr>
            <a:lvl3pPr latinLnBrk="0">
              <a:buClr>
                <a:srgbClr val="EEC100"/>
              </a:buClr>
              <a:buFont typeface="MS Reference Sans Serif" pitchFamily="34" charset="0"/>
              <a:buChar char="–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3pPr>
            <a:lvl4pPr latinLnBrk="0">
              <a:buClr>
                <a:schemeClr val="accent3">
                  <a:lumMod val="50000"/>
                </a:schemeClr>
              </a:buClr>
              <a:buFont typeface="Arial" pitchFamily="34" charset="0"/>
              <a:buChar char="•"/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4pPr>
            <a:lvl5pPr latinLnBrk="0"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7891668" y="6420114"/>
            <a:ext cx="922959" cy="301625"/>
          </a:xfrm>
        </p:spPr>
        <p:txBody>
          <a:bodyPr/>
          <a:lstStyle>
            <a:lvl1pPr algn="ctr">
              <a:defRPr sz="1400">
                <a:solidFill>
                  <a:schemeClr val="accent3">
                    <a:lumMod val="65000"/>
                  </a:schemeClr>
                </a:solidFill>
              </a:defRPr>
            </a:lvl1pPr>
          </a:lstStyle>
          <a:p>
            <a:fld id="{0493B4F4-97D6-4052-A1BB-E3FC7F72B110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574676" y="6413342"/>
            <a:ext cx="1611933" cy="383967"/>
          </a:xfrm>
        </p:spPr>
        <p:txBody>
          <a:bodyPr/>
          <a:lstStyle>
            <a:lvl1pPr>
              <a:defRPr sz="1400">
                <a:solidFill>
                  <a:schemeClr val="accent3">
                    <a:lumMod val="65000"/>
                  </a:schemeClr>
                </a:solidFill>
              </a:defRPr>
            </a:lvl1pPr>
          </a:lstStyle>
          <a:p>
            <a:r>
              <a:rPr lang="en-US" altLang="ko-KR" dirty="0" err="1"/>
              <a:t>CNLab</a:t>
            </a:r>
            <a:r>
              <a:rPr lang="en-US" altLang="ko-KR" dirty="0"/>
              <a:t>, UOU</a:t>
            </a:r>
          </a:p>
        </p:txBody>
      </p:sp>
    </p:spTree>
    <p:extLst>
      <p:ext uri="{BB962C8B-B14F-4D97-AF65-F5344CB8AC3E}">
        <p14:creationId xmlns:p14="http://schemas.microsoft.com/office/powerpoint/2010/main" val="2219061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B1931C2-2ED6-45B7-8CDD-4DB96C58EE1C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31353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36563" y="1322388"/>
            <a:ext cx="4162425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1388" y="1322388"/>
            <a:ext cx="4164012" cy="47736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FC0BBDE-DECF-4E8C-B7FC-C4270F6DFCA9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2520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C860E6B-4B03-4874-A9E7-3D9030C0B8F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222059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14952C3-3DD5-41AA-8282-619AE845BB71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922896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67AFD-BB9F-4A7F-81EE-F2804691160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2546325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26EF61A-204F-4255-A273-7C30FF9A3DFE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1091303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C9FE6F7-2A42-49AF-9E03-FE595315033C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045921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8D9B575-9B15-4136-A4B7-7BFDDF2F65CB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3052641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58000" y="0"/>
            <a:ext cx="2286000" cy="60960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0" y="0"/>
            <a:ext cx="6705600" cy="60960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9A42A5B-80A5-4025-95B4-18C270143AD0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24561523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제목, 텍스트 및 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668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436563" y="1322388"/>
            <a:ext cx="4162425" cy="47736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4751388" y="1322388"/>
            <a:ext cx="4164012" cy="23098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4751388" y="3784600"/>
            <a:ext cx="4164012" cy="2311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0"/>
          </p:nvPr>
        </p:nvSpPr>
        <p:spPr>
          <a:xfrm>
            <a:off x="6889750" y="6361113"/>
            <a:ext cx="1905000" cy="301625"/>
          </a:xfrm>
        </p:spPr>
        <p:txBody>
          <a:bodyPr/>
          <a:lstStyle>
            <a:lvl1pPr>
              <a:defRPr/>
            </a:lvl1pPr>
          </a:lstStyle>
          <a:p>
            <a:fld id="{A561504A-ECCD-4B18-AAD6-79BD6C12DCE2}" type="slidenum">
              <a:rPr lang="en-US" altLang="ko-KR"/>
              <a:pPr/>
              <a:t>‹#›</a:t>
            </a:fld>
            <a:endParaRPr lang="en-US" altLang="ko-KR"/>
          </a:p>
        </p:txBody>
      </p:sp>
      <p:sp>
        <p:nvSpPr>
          <p:cNvPr id="7" name="바닥글 개체 틀 6"/>
          <p:cNvSpPr>
            <a:spLocks noGrp="1"/>
          </p:cNvSpPr>
          <p:nvPr>
            <p:ph type="ftr" sz="quarter" idx="11"/>
          </p:nvPr>
        </p:nvSpPr>
        <p:spPr>
          <a:xfrm>
            <a:off x="574675" y="6354763"/>
            <a:ext cx="2543175" cy="346075"/>
          </a:xfrm>
        </p:spPr>
        <p:txBody>
          <a:bodyPr/>
          <a:lstStyle>
            <a:lvl1pPr>
              <a:defRPr/>
            </a:lvl1pPr>
          </a:lstStyle>
          <a:p>
            <a:r>
              <a:rPr lang="en-US" altLang="ko-KR"/>
              <a:t>CNLab, UOU</a:t>
            </a:r>
          </a:p>
        </p:txBody>
      </p:sp>
    </p:spTree>
    <p:extLst>
      <p:ext uri="{BB962C8B-B14F-4D97-AF65-F5344CB8AC3E}">
        <p14:creationId xmlns:p14="http://schemas.microsoft.com/office/powerpoint/2010/main" val="1701584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C3D97E-19C6-44B3-AF79-49E6CB377417}" type="datetimeFigureOut">
              <a:rPr lang="en-US" smtClean="0"/>
              <a:t>9/24/2020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C0690-041E-451D-BBEC-A00DD3311B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1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0"/>
            <a:ext cx="91440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36563" y="1322388"/>
            <a:ext cx="8478837" cy="47736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871790" y="6409753"/>
            <a:ext cx="922959" cy="30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600" b="1" i="1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0574A42-4423-4030-8D9A-C808A9C61CB9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  <p:sp>
        <p:nvSpPr>
          <p:cNvPr id="1039" name="Rectangle 1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574676" y="6403403"/>
            <a:ext cx="1721264" cy="346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600" b="1" i="1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 altLang="ko-KR" dirty="0" err="1"/>
              <a:t>CNLab</a:t>
            </a:r>
            <a:r>
              <a:rPr lang="en-US" altLang="ko-KR" dirty="0"/>
              <a:t>, UOU</a:t>
            </a:r>
          </a:p>
        </p:txBody>
      </p:sp>
      <p:sp>
        <p:nvSpPr>
          <p:cNvPr id="8" name="직사각형 7"/>
          <p:cNvSpPr/>
          <p:nvPr userDrawn="1"/>
        </p:nvSpPr>
        <p:spPr bwMode="auto">
          <a:xfrm flipV="1">
            <a:off x="-2" y="-2"/>
            <a:ext cx="9144001" cy="1053550"/>
          </a:xfrm>
          <a:prstGeom prst="rect">
            <a:avLst/>
          </a:prstGeom>
          <a:solidFill>
            <a:srgbClr val="CCEC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굴림" pitchFamily="50" charset="-127"/>
              <a:ea typeface="굴림" pitchFamily="50" charset="-127"/>
            </a:endParaRPr>
          </a:p>
        </p:txBody>
      </p:sp>
      <p:sp>
        <p:nvSpPr>
          <p:cNvPr id="9" name="직사각형 8"/>
          <p:cNvSpPr/>
          <p:nvPr userDrawn="1"/>
        </p:nvSpPr>
        <p:spPr bwMode="auto">
          <a:xfrm flipV="1">
            <a:off x="0" y="6282375"/>
            <a:ext cx="9144000" cy="62948"/>
          </a:xfrm>
          <a:prstGeom prst="rect">
            <a:avLst/>
          </a:prstGeom>
          <a:solidFill>
            <a:srgbClr val="EEC1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itchFamily="50" charset="-127"/>
              <a:ea typeface="굴림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0156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hdr="0" dt="0"/>
  <p:txStyles>
    <p:titleStyle>
      <a:lvl1pPr algn="ctr" rtl="0" fontAlgn="base" latinLnBrk="1">
        <a:spcBef>
          <a:spcPct val="0"/>
        </a:spcBef>
        <a:spcAft>
          <a:spcPct val="0"/>
        </a:spcAft>
        <a:defRPr kumimoji="1" sz="3200" b="0">
          <a:solidFill>
            <a:schemeClr val="bg1"/>
          </a:solidFill>
          <a:latin typeface="+mj-lt"/>
          <a:ea typeface="+mj-ea"/>
          <a:cs typeface="+mj-cs"/>
        </a:defRPr>
      </a:lvl1pPr>
      <a:lvl2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2pPr>
      <a:lvl3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3pPr>
      <a:lvl4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4pPr>
      <a:lvl5pPr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3200" b="1">
          <a:solidFill>
            <a:srgbClr val="4D4D4D"/>
          </a:solidFill>
          <a:latin typeface="MS Reference Sans Serif" pitchFamily="34" charset="0"/>
          <a:ea typeface="HY견고딕" pitchFamily="18" charset="-127"/>
        </a:defRPr>
      </a:lvl9pPr>
    </p:titleStyle>
    <p:bodyStyle>
      <a:lvl1pPr marL="342900" indent="-3429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Font typeface="Wingdings" pitchFamily="2" charset="2"/>
        <a:buChar char="q"/>
        <a:defRPr kumimoji="1" sz="24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•"/>
        <a:defRPr kumimoji="1" sz="2000">
          <a:solidFill>
            <a:srgbClr val="40458C"/>
          </a:solidFill>
          <a:latin typeface="+mn-lt"/>
          <a:ea typeface="+mn-ea"/>
        </a:defRPr>
      </a:lvl2pPr>
      <a:lvl3pPr marL="1143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-"/>
        <a:defRPr kumimoji="1" sz="2000">
          <a:solidFill>
            <a:srgbClr val="40458C"/>
          </a:solidFill>
          <a:latin typeface="+mn-lt"/>
          <a:ea typeface="+mn-ea"/>
        </a:defRPr>
      </a:lvl3pPr>
      <a:lvl4pPr marL="1600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–"/>
        <a:defRPr kumimoji="1" sz="2000">
          <a:solidFill>
            <a:srgbClr val="40458C"/>
          </a:solidFill>
          <a:latin typeface="+mn-lt"/>
          <a:ea typeface="+mn-ea"/>
        </a:defRPr>
      </a:lvl4pPr>
      <a:lvl5pPr marL="20574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har char="»"/>
        <a:defRPr kumimoji="1" sz="1400">
          <a:solidFill>
            <a:srgbClr val="40458C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F7B328-AEA3-4F4C-A8BC-B36CDFF58CD9}"/>
              </a:ext>
            </a:extLst>
          </p:cNvPr>
          <p:cNvGrpSpPr/>
          <p:nvPr/>
        </p:nvGrpSpPr>
        <p:grpSpPr>
          <a:xfrm>
            <a:off x="1704648" y="1600200"/>
            <a:ext cx="5232323" cy="3479292"/>
            <a:chOff x="1704648" y="1600200"/>
            <a:chExt cx="5232323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893361" y="1759680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325227" y="2376793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0.7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527099" y="279489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 rot="19392266">
              <a:off x="3594106" y="3396734"/>
              <a:ext cx="306188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04648" y="394112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334768" y="249846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181600" y="2406134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11120" y="4022755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35959" y="4089993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438400" y="4234934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843" y="3941126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285534" y="3478622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0.7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1120" y="3662558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0.7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521426" y="328925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173114" y="349658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23664" y="4419600"/>
              <a:ext cx="26451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25149" y="3701534"/>
              <a:ext cx="33526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78967" y="342339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431369" y="379111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856001" y="3073888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352283" y="3791117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0.8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251672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0.9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483342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F40DB0-0F30-4F79-AF1E-426F3B754CCF}"/>
              </a:ext>
            </a:extLst>
          </p:cNvPr>
          <p:cNvGrpSpPr/>
          <p:nvPr/>
        </p:nvGrpSpPr>
        <p:grpSpPr>
          <a:xfrm>
            <a:off x="1791687" y="1600200"/>
            <a:ext cx="5145284" cy="3479292"/>
            <a:chOff x="1791687" y="1600200"/>
            <a:chExt cx="514528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949315" y="17861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450096" y="23785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631959" y="275050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3672846" y="3398644"/>
              <a:ext cx="141143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91687" y="394224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427880" y="255138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302335" y="23864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83204" y="403079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89142" y="408094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529892" y="42934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385" y="392441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425895" y="3505559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9539" y="36190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479207" y="3248863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276534" y="347101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91678" y="4387695"/>
              <a:ext cx="84696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65170" y="3678964"/>
              <a:ext cx="16491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51646" y="343878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510194" y="367775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944319" y="309129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476372" y="378269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54758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71E9771-21B5-4FF1-B0AC-BD8B306BF6D7}"/>
              </a:ext>
            </a:extLst>
          </p:cNvPr>
          <p:cNvGrpSpPr/>
          <p:nvPr/>
        </p:nvGrpSpPr>
        <p:grpSpPr>
          <a:xfrm>
            <a:off x="1791687" y="1251135"/>
            <a:ext cx="5145284" cy="3828357"/>
            <a:chOff x="1791687" y="1251135"/>
            <a:chExt cx="5145284" cy="3828357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DF40DB0-0F30-4F79-AF1E-426F3B754CCF}"/>
                </a:ext>
              </a:extLst>
            </p:cNvPr>
            <p:cNvGrpSpPr/>
            <p:nvPr/>
          </p:nvGrpSpPr>
          <p:grpSpPr>
            <a:xfrm>
              <a:off x="1791687" y="1600200"/>
              <a:ext cx="5145284" cy="3479292"/>
              <a:chOff x="1791687" y="1600200"/>
              <a:chExt cx="5145284" cy="3479292"/>
            </a:xfrm>
          </p:grpSpPr>
          <p:sp>
            <p:nvSpPr>
              <p:cNvPr id="5" name="타원 4"/>
              <p:cNvSpPr/>
              <p:nvPr/>
            </p:nvSpPr>
            <p:spPr>
              <a:xfrm>
                <a:off x="4724400" y="160020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1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타원 5"/>
              <p:cNvSpPr/>
              <p:nvPr/>
            </p:nvSpPr>
            <p:spPr>
              <a:xfrm>
                <a:off x="4109222" y="302995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4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타원 6"/>
              <p:cNvSpPr/>
              <p:nvPr/>
            </p:nvSpPr>
            <p:spPr>
              <a:xfrm>
                <a:off x="1827777" y="304619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3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타원 7"/>
              <p:cNvSpPr/>
              <p:nvPr/>
            </p:nvSpPr>
            <p:spPr>
              <a:xfrm>
                <a:off x="1837944" y="4622292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7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타원 8"/>
              <p:cNvSpPr/>
              <p:nvPr/>
            </p:nvSpPr>
            <p:spPr>
              <a:xfrm>
                <a:off x="3019925" y="3750221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5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타원 16"/>
              <p:cNvSpPr/>
              <p:nvPr/>
            </p:nvSpPr>
            <p:spPr>
              <a:xfrm>
                <a:off x="5783580" y="273405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타원 17"/>
              <p:cNvSpPr/>
              <p:nvPr/>
            </p:nvSpPr>
            <p:spPr>
              <a:xfrm>
                <a:off x="4786174" y="4315097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9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타원 18"/>
              <p:cNvSpPr/>
              <p:nvPr/>
            </p:nvSpPr>
            <p:spPr>
              <a:xfrm>
                <a:off x="6479771" y="380390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8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타원 27"/>
              <p:cNvSpPr/>
              <p:nvPr/>
            </p:nvSpPr>
            <p:spPr>
              <a:xfrm>
                <a:off x="2944368" y="204216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2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직선 연결선 31"/>
              <p:cNvCxnSpPr/>
              <p:nvPr/>
            </p:nvCxnSpPr>
            <p:spPr>
              <a:xfrm flipV="1">
                <a:off x="3472941" y="1827495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/>
              <p:cNvSpPr txBox="1"/>
              <p:nvPr/>
            </p:nvSpPr>
            <p:spPr>
              <a:xfrm>
                <a:off x="3949315" y="17861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cxnSp>
            <p:nvCxnSpPr>
              <p:cNvPr id="139" name="직선 연결선 138"/>
              <p:cNvCxnSpPr/>
              <p:nvPr/>
            </p:nvCxnSpPr>
            <p:spPr>
              <a:xfrm flipV="1">
                <a:off x="3429000" y="1905000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/>
              <p:nvPr/>
            </p:nvCxnSpPr>
            <p:spPr>
              <a:xfrm flipV="1">
                <a:off x="2248662" y="2429344"/>
                <a:ext cx="659129" cy="57755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V="1">
                <a:off x="2286000" y="2470876"/>
                <a:ext cx="671030" cy="57712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V="1">
                <a:off x="1958600" y="3632385"/>
                <a:ext cx="16351" cy="9061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V="1">
                <a:off x="2040709" y="3667545"/>
                <a:ext cx="22135" cy="85076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 flipV="1">
                <a:off x="2342807" y="3441430"/>
                <a:ext cx="589881" cy="4931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 flipV="1">
                <a:off x="2411012" y="3405889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 flipV="1">
                <a:off x="3438145" y="2475959"/>
                <a:ext cx="748768" cy="48060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>
                <a:off x="3394472" y="2514644"/>
                <a:ext cx="715966" cy="461967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4447491" y="2152653"/>
                <a:ext cx="334974" cy="76205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V="1">
                <a:off x="4495800" y="2245801"/>
                <a:ext cx="331316" cy="7107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flipH="1" flipV="1">
                <a:off x="5158772" y="2122379"/>
                <a:ext cx="632428" cy="6208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직선 연결선 176"/>
              <p:cNvCxnSpPr/>
              <p:nvPr/>
            </p:nvCxnSpPr>
            <p:spPr>
              <a:xfrm>
                <a:off x="5198658" y="2050689"/>
                <a:ext cx="613221" cy="59099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>
                <a:cxnSpLocks/>
              </p:cNvCxnSpPr>
              <p:nvPr/>
            </p:nvCxnSpPr>
            <p:spPr>
              <a:xfrm flipV="1">
                <a:off x="3498997" y="3415514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3573610" y="3426154"/>
                <a:ext cx="541757" cy="45277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/>
              <p:cNvCxnSpPr>
                <a:cxnSpLocks/>
              </p:cNvCxnSpPr>
              <p:nvPr/>
            </p:nvCxnSpPr>
            <p:spPr>
              <a:xfrm flipH="1">
                <a:off x="4680691" y="2963008"/>
                <a:ext cx="928801" cy="20024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직선 연결선 189"/>
              <p:cNvCxnSpPr/>
              <p:nvPr/>
            </p:nvCxnSpPr>
            <p:spPr>
              <a:xfrm flipV="1">
                <a:off x="4667265" y="3024552"/>
                <a:ext cx="963916" cy="21259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 flipV="1">
                <a:off x="6247336" y="3192267"/>
                <a:ext cx="467592" cy="5255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직선 연결선 195"/>
              <p:cNvCxnSpPr>
                <a:cxnSpLocks/>
              </p:cNvCxnSpPr>
              <p:nvPr/>
            </p:nvCxnSpPr>
            <p:spPr>
              <a:xfrm>
                <a:off x="6173114" y="3222866"/>
                <a:ext cx="467592" cy="5021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V="1">
                <a:off x="5382879" y="4166484"/>
                <a:ext cx="998239" cy="25113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직선 연결선 209"/>
              <p:cNvCxnSpPr/>
              <p:nvPr/>
            </p:nvCxnSpPr>
            <p:spPr>
              <a:xfrm flipH="1">
                <a:off x="5369291" y="4109083"/>
                <a:ext cx="1025416" cy="26247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>
                <a:off x="4562717" y="3523521"/>
                <a:ext cx="390283" cy="66747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 flipV="1">
                <a:off x="4498065" y="3576469"/>
                <a:ext cx="385945" cy="6534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직선 연결선 287"/>
              <p:cNvCxnSpPr/>
              <p:nvPr/>
            </p:nvCxnSpPr>
            <p:spPr>
              <a:xfrm>
                <a:off x="3588290" y="4118739"/>
                <a:ext cx="1069768" cy="37433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 flipV="1">
                <a:off x="3583005" y="4184065"/>
                <a:ext cx="1055897" cy="3699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직선 연결선 326"/>
              <p:cNvCxnSpPr/>
              <p:nvPr/>
            </p:nvCxnSpPr>
            <p:spPr>
              <a:xfrm flipH="1">
                <a:off x="2317124" y="4202807"/>
                <a:ext cx="692828" cy="47996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직선 연결선 327"/>
              <p:cNvCxnSpPr/>
              <p:nvPr/>
            </p:nvCxnSpPr>
            <p:spPr>
              <a:xfrm flipV="1">
                <a:off x="2356608" y="4258959"/>
                <a:ext cx="671553" cy="46806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직선 연결선 342"/>
              <p:cNvCxnSpPr/>
              <p:nvPr/>
            </p:nvCxnSpPr>
            <p:spPr>
              <a:xfrm flipH="1">
                <a:off x="5219844" y="3191256"/>
                <a:ext cx="647556" cy="98058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직선 연결선 345"/>
              <p:cNvCxnSpPr/>
              <p:nvPr/>
            </p:nvCxnSpPr>
            <p:spPr>
              <a:xfrm flipV="1">
                <a:off x="5264887" y="3294615"/>
                <a:ext cx="631711" cy="9353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TextBox 353"/>
              <p:cNvSpPr txBox="1"/>
              <p:nvPr/>
            </p:nvSpPr>
            <p:spPr>
              <a:xfrm>
                <a:off x="4450096" y="23785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55" name="TextBox 354"/>
              <p:cNvSpPr txBox="1"/>
              <p:nvPr/>
            </p:nvSpPr>
            <p:spPr>
              <a:xfrm>
                <a:off x="3631959" y="275050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6" name="TextBox 355"/>
              <p:cNvSpPr txBox="1"/>
              <p:nvPr/>
            </p:nvSpPr>
            <p:spPr>
              <a:xfrm>
                <a:off x="3672846" y="3398644"/>
                <a:ext cx="141143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5043202" y="2848976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8" name="TextBox 357"/>
              <p:cNvSpPr txBox="1"/>
              <p:nvPr/>
            </p:nvSpPr>
            <p:spPr>
              <a:xfrm>
                <a:off x="1791687" y="394224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cxnSp>
            <p:nvCxnSpPr>
              <p:cNvPr id="376" name="직선 연결선 375"/>
              <p:cNvCxnSpPr/>
              <p:nvPr/>
            </p:nvCxnSpPr>
            <p:spPr>
              <a:xfrm>
                <a:off x="3129641" y="2613306"/>
                <a:ext cx="29374" cy="10746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직선 연결선 378"/>
              <p:cNvCxnSpPr/>
              <p:nvPr/>
            </p:nvCxnSpPr>
            <p:spPr>
              <a:xfrm flipH="1" flipV="1">
                <a:off x="3211008" y="2670846"/>
                <a:ext cx="22041" cy="10069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" name="TextBox 390"/>
              <p:cNvSpPr txBox="1"/>
              <p:nvPr/>
            </p:nvSpPr>
            <p:spPr>
              <a:xfrm>
                <a:off x="2427880" y="255138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2" name="TextBox 391"/>
              <p:cNvSpPr txBox="1"/>
              <p:nvPr/>
            </p:nvSpPr>
            <p:spPr>
              <a:xfrm>
                <a:off x="2626603" y="281774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3" name="TextBox 392"/>
              <p:cNvSpPr txBox="1"/>
              <p:nvPr/>
            </p:nvSpPr>
            <p:spPr>
              <a:xfrm>
                <a:off x="5543024" y="216215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4" name="TextBox 393"/>
              <p:cNvSpPr txBox="1"/>
              <p:nvPr/>
            </p:nvSpPr>
            <p:spPr>
              <a:xfrm>
                <a:off x="5302335" y="23864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5783204" y="403079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6" name="TextBox 395"/>
              <p:cNvSpPr txBox="1"/>
              <p:nvPr/>
            </p:nvSpPr>
            <p:spPr>
              <a:xfrm>
                <a:off x="4786329" y="365788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7" name="TextBox 396"/>
              <p:cNvSpPr txBox="1"/>
              <p:nvPr/>
            </p:nvSpPr>
            <p:spPr>
              <a:xfrm>
                <a:off x="4089142" y="408094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1" name="TextBox 400"/>
              <p:cNvSpPr txBox="1"/>
              <p:nvPr/>
            </p:nvSpPr>
            <p:spPr>
              <a:xfrm>
                <a:off x="2529892" y="42934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2" name="TextBox 401"/>
              <p:cNvSpPr txBox="1"/>
              <p:nvPr/>
            </p:nvSpPr>
            <p:spPr>
              <a:xfrm>
                <a:off x="2698137" y="449513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403" name="TextBox 402"/>
              <p:cNvSpPr txBox="1"/>
              <p:nvPr/>
            </p:nvSpPr>
            <p:spPr>
              <a:xfrm>
                <a:off x="2087385" y="392441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08" name="TextBox 407"/>
              <p:cNvSpPr txBox="1"/>
              <p:nvPr/>
            </p:nvSpPr>
            <p:spPr>
              <a:xfrm>
                <a:off x="4750724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9" name="TextBox 408"/>
              <p:cNvSpPr txBox="1"/>
              <p:nvPr/>
            </p:nvSpPr>
            <p:spPr>
              <a:xfrm>
                <a:off x="5425895" y="3505559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10" name="TextBox 409"/>
              <p:cNvSpPr txBox="1"/>
              <p:nvPr/>
            </p:nvSpPr>
            <p:spPr>
              <a:xfrm>
                <a:off x="5719539" y="36190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20" name="TextBox 419"/>
              <p:cNvSpPr txBox="1"/>
              <p:nvPr/>
            </p:nvSpPr>
            <p:spPr>
              <a:xfrm>
                <a:off x="6479207" y="3248863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21" name="TextBox 420"/>
              <p:cNvSpPr txBox="1"/>
              <p:nvPr/>
            </p:nvSpPr>
            <p:spPr>
              <a:xfrm>
                <a:off x="6276534" y="347101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0" name="TextBox 429"/>
              <p:cNvSpPr txBox="1"/>
              <p:nvPr/>
            </p:nvSpPr>
            <p:spPr>
              <a:xfrm>
                <a:off x="3991678" y="4387695"/>
                <a:ext cx="84696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3865170" y="3678964"/>
                <a:ext cx="16491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3" name="TextBox 432"/>
              <p:cNvSpPr txBox="1"/>
              <p:nvPr/>
            </p:nvSpPr>
            <p:spPr>
              <a:xfrm>
                <a:off x="2651646" y="343878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4" name="TextBox 433"/>
              <p:cNvSpPr txBox="1"/>
              <p:nvPr/>
            </p:nvSpPr>
            <p:spPr>
              <a:xfrm>
                <a:off x="2510194" y="367775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5" name="TextBox 434"/>
              <p:cNvSpPr txBox="1"/>
              <p:nvPr/>
            </p:nvSpPr>
            <p:spPr>
              <a:xfrm>
                <a:off x="3281129" y="307854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6" name="TextBox 435"/>
              <p:cNvSpPr txBox="1"/>
              <p:nvPr/>
            </p:nvSpPr>
            <p:spPr>
              <a:xfrm>
                <a:off x="2944319" y="309129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7" name="TextBox 436"/>
              <p:cNvSpPr txBox="1"/>
              <p:nvPr/>
            </p:nvSpPr>
            <p:spPr>
              <a:xfrm>
                <a:off x="3785052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8" name="TextBox 437"/>
              <p:cNvSpPr txBox="1"/>
              <p:nvPr/>
            </p:nvSpPr>
            <p:spPr>
              <a:xfrm>
                <a:off x="5050647" y="31708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9" name="TextBox 438"/>
              <p:cNvSpPr txBox="1"/>
              <p:nvPr/>
            </p:nvSpPr>
            <p:spPr>
              <a:xfrm>
                <a:off x="4476372" y="378269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5791200" y="434340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84" name="TextBox 83"/>
              <p:cNvSpPr txBox="1"/>
              <p:nvPr/>
            </p:nvSpPr>
            <p:spPr>
              <a:xfrm>
                <a:off x="3991786" y="207543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474B5C-4089-4C20-AD25-288D0C7F14F2}"/>
                </a:ext>
              </a:extLst>
            </p:cNvPr>
            <p:cNvSpPr/>
            <p:nvPr/>
          </p:nvSpPr>
          <p:spPr bwMode="auto">
            <a:xfrm>
              <a:off x="2660281" y="1251135"/>
              <a:ext cx="4040820" cy="2332175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굴림" pitchFamily="50" charset="-127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B150799-E835-497D-8C36-AD862E4D95F8}"/>
                </a:ext>
              </a:extLst>
            </p:cNvPr>
            <p:cNvSpPr txBox="1"/>
            <p:nvPr/>
          </p:nvSpPr>
          <p:spPr>
            <a:xfrm>
              <a:off x="3721565" y="1354859"/>
              <a:ext cx="1899879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/>
                <a:t>RR(1, 0, [(2, 2), (4, 4), (6, 3)])</a:t>
              </a:r>
              <a:endParaRPr lang="en-US" sz="8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3AAC541-6EB2-4BE7-A436-2833121DC6A9}"/>
                </a:ext>
              </a:extLst>
            </p:cNvPr>
            <p:cNvSpPr txBox="1"/>
            <p:nvPr/>
          </p:nvSpPr>
          <p:spPr>
            <a:xfrm>
              <a:off x="5817323" y="25023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3)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B7B0D21-EEEC-4288-B83E-E614E6900964}"/>
                </a:ext>
              </a:extLst>
            </p:cNvPr>
            <p:cNvSpPr txBox="1"/>
            <p:nvPr/>
          </p:nvSpPr>
          <p:spPr>
            <a:xfrm>
              <a:off x="2862954" y="1814512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2)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4EB814C-26B0-4F40-8EBB-A7D947F536A3}"/>
                </a:ext>
              </a:extLst>
            </p:cNvPr>
            <p:cNvSpPr txBox="1"/>
            <p:nvPr/>
          </p:nvSpPr>
          <p:spPr>
            <a:xfrm>
              <a:off x="5140986" y="167833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RE(0, 0, 0)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DBB8493-F9DC-4C34-88AB-73817BCC77A7}"/>
                </a:ext>
              </a:extLst>
            </p:cNvPr>
            <p:cNvSpPr txBox="1"/>
            <p:nvPr/>
          </p:nvSpPr>
          <p:spPr>
            <a:xfrm>
              <a:off x="4423059" y="2908756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4)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519957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31A013A-0B10-4698-B38F-314A997AE447}"/>
              </a:ext>
            </a:extLst>
          </p:cNvPr>
          <p:cNvGrpSpPr/>
          <p:nvPr/>
        </p:nvGrpSpPr>
        <p:grpSpPr>
          <a:xfrm>
            <a:off x="1273887" y="1160558"/>
            <a:ext cx="5663084" cy="3918934"/>
            <a:chOff x="1273887" y="1160558"/>
            <a:chExt cx="5663084" cy="391893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DF40DB0-0F30-4F79-AF1E-426F3B754CCF}"/>
                </a:ext>
              </a:extLst>
            </p:cNvPr>
            <p:cNvGrpSpPr/>
            <p:nvPr/>
          </p:nvGrpSpPr>
          <p:grpSpPr>
            <a:xfrm>
              <a:off x="1791687" y="1600200"/>
              <a:ext cx="5145284" cy="3479292"/>
              <a:chOff x="1791687" y="1600200"/>
              <a:chExt cx="5145284" cy="3479292"/>
            </a:xfrm>
          </p:grpSpPr>
          <p:sp>
            <p:nvSpPr>
              <p:cNvPr id="5" name="타원 4"/>
              <p:cNvSpPr/>
              <p:nvPr/>
            </p:nvSpPr>
            <p:spPr>
              <a:xfrm>
                <a:off x="4724400" y="160020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1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타원 5"/>
              <p:cNvSpPr/>
              <p:nvPr/>
            </p:nvSpPr>
            <p:spPr>
              <a:xfrm>
                <a:off x="4109222" y="302995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4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타원 6"/>
              <p:cNvSpPr/>
              <p:nvPr/>
            </p:nvSpPr>
            <p:spPr>
              <a:xfrm>
                <a:off x="1827777" y="304619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3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타원 7"/>
              <p:cNvSpPr/>
              <p:nvPr/>
            </p:nvSpPr>
            <p:spPr>
              <a:xfrm>
                <a:off x="1837944" y="4622292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7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타원 8"/>
              <p:cNvSpPr/>
              <p:nvPr/>
            </p:nvSpPr>
            <p:spPr>
              <a:xfrm>
                <a:off x="3019925" y="3750221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5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타원 16"/>
              <p:cNvSpPr/>
              <p:nvPr/>
            </p:nvSpPr>
            <p:spPr>
              <a:xfrm>
                <a:off x="5783580" y="273405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타원 17"/>
              <p:cNvSpPr/>
              <p:nvPr/>
            </p:nvSpPr>
            <p:spPr>
              <a:xfrm>
                <a:off x="4786174" y="4315097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9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타원 18"/>
              <p:cNvSpPr/>
              <p:nvPr/>
            </p:nvSpPr>
            <p:spPr>
              <a:xfrm>
                <a:off x="6479771" y="380390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8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타원 27"/>
              <p:cNvSpPr/>
              <p:nvPr/>
            </p:nvSpPr>
            <p:spPr>
              <a:xfrm>
                <a:off x="2944368" y="204216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2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직선 연결선 31"/>
              <p:cNvCxnSpPr/>
              <p:nvPr/>
            </p:nvCxnSpPr>
            <p:spPr>
              <a:xfrm flipV="1">
                <a:off x="3472941" y="1827495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/>
              <p:cNvSpPr txBox="1"/>
              <p:nvPr/>
            </p:nvSpPr>
            <p:spPr>
              <a:xfrm>
                <a:off x="3949315" y="17861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cxnSp>
            <p:nvCxnSpPr>
              <p:cNvPr id="139" name="직선 연결선 138"/>
              <p:cNvCxnSpPr/>
              <p:nvPr/>
            </p:nvCxnSpPr>
            <p:spPr>
              <a:xfrm flipV="1">
                <a:off x="3429000" y="1905000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/>
              <p:nvPr/>
            </p:nvCxnSpPr>
            <p:spPr>
              <a:xfrm flipV="1">
                <a:off x="2248662" y="2429344"/>
                <a:ext cx="659129" cy="57755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V="1">
                <a:off x="2286000" y="2470876"/>
                <a:ext cx="671030" cy="57712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V="1">
                <a:off x="1958600" y="3632385"/>
                <a:ext cx="16351" cy="9061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V="1">
                <a:off x="2040709" y="3667545"/>
                <a:ext cx="22135" cy="85076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 flipV="1">
                <a:off x="2342807" y="3441430"/>
                <a:ext cx="589881" cy="4931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 flipV="1">
                <a:off x="2411012" y="3405889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 flipV="1">
                <a:off x="3438145" y="2475959"/>
                <a:ext cx="748768" cy="48060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>
                <a:off x="3394472" y="2514644"/>
                <a:ext cx="715966" cy="461967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4447491" y="2152653"/>
                <a:ext cx="334974" cy="76205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V="1">
                <a:off x="4495800" y="2245801"/>
                <a:ext cx="331316" cy="7107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flipH="1" flipV="1">
                <a:off x="5158772" y="2122379"/>
                <a:ext cx="632428" cy="6208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직선 연결선 176"/>
              <p:cNvCxnSpPr/>
              <p:nvPr/>
            </p:nvCxnSpPr>
            <p:spPr>
              <a:xfrm>
                <a:off x="5198658" y="2050689"/>
                <a:ext cx="613221" cy="59099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>
                <a:cxnSpLocks/>
              </p:cNvCxnSpPr>
              <p:nvPr/>
            </p:nvCxnSpPr>
            <p:spPr>
              <a:xfrm flipV="1">
                <a:off x="3498997" y="3415514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3573610" y="3426154"/>
                <a:ext cx="541757" cy="45277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/>
              <p:cNvCxnSpPr>
                <a:cxnSpLocks/>
              </p:cNvCxnSpPr>
              <p:nvPr/>
            </p:nvCxnSpPr>
            <p:spPr>
              <a:xfrm flipH="1">
                <a:off x="4680691" y="2963008"/>
                <a:ext cx="928801" cy="20024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직선 연결선 189"/>
              <p:cNvCxnSpPr/>
              <p:nvPr/>
            </p:nvCxnSpPr>
            <p:spPr>
              <a:xfrm flipV="1">
                <a:off x="4667265" y="3024552"/>
                <a:ext cx="963916" cy="21259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 flipV="1">
                <a:off x="6247336" y="3192267"/>
                <a:ext cx="467592" cy="5255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직선 연결선 195"/>
              <p:cNvCxnSpPr>
                <a:cxnSpLocks/>
              </p:cNvCxnSpPr>
              <p:nvPr/>
            </p:nvCxnSpPr>
            <p:spPr>
              <a:xfrm>
                <a:off x="6173114" y="3222866"/>
                <a:ext cx="467592" cy="5021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V="1">
                <a:off x="5382879" y="4166484"/>
                <a:ext cx="998239" cy="25113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직선 연결선 209"/>
              <p:cNvCxnSpPr/>
              <p:nvPr/>
            </p:nvCxnSpPr>
            <p:spPr>
              <a:xfrm flipH="1">
                <a:off x="5369291" y="4109083"/>
                <a:ext cx="1025416" cy="26247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>
                <a:off x="4562717" y="3523521"/>
                <a:ext cx="390283" cy="66747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 flipV="1">
                <a:off x="4498065" y="3576469"/>
                <a:ext cx="385945" cy="6534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직선 연결선 287"/>
              <p:cNvCxnSpPr/>
              <p:nvPr/>
            </p:nvCxnSpPr>
            <p:spPr>
              <a:xfrm>
                <a:off x="3588290" y="4118739"/>
                <a:ext cx="1069768" cy="37433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 flipV="1">
                <a:off x="3583005" y="4184065"/>
                <a:ext cx="1055897" cy="3699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직선 연결선 326"/>
              <p:cNvCxnSpPr/>
              <p:nvPr/>
            </p:nvCxnSpPr>
            <p:spPr>
              <a:xfrm flipH="1">
                <a:off x="2317124" y="4202807"/>
                <a:ext cx="692828" cy="47996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직선 연결선 327"/>
              <p:cNvCxnSpPr/>
              <p:nvPr/>
            </p:nvCxnSpPr>
            <p:spPr>
              <a:xfrm flipV="1">
                <a:off x="2356608" y="4258959"/>
                <a:ext cx="671553" cy="46806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직선 연결선 342"/>
              <p:cNvCxnSpPr/>
              <p:nvPr/>
            </p:nvCxnSpPr>
            <p:spPr>
              <a:xfrm flipH="1">
                <a:off x="5219844" y="3191256"/>
                <a:ext cx="647556" cy="98058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직선 연결선 345"/>
              <p:cNvCxnSpPr/>
              <p:nvPr/>
            </p:nvCxnSpPr>
            <p:spPr>
              <a:xfrm flipV="1">
                <a:off x="5264887" y="3294615"/>
                <a:ext cx="631711" cy="9353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TextBox 353"/>
              <p:cNvSpPr txBox="1"/>
              <p:nvPr/>
            </p:nvSpPr>
            <p:spPr>
              <a:xfrm>
                <a:off x="4450096" y="23785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55" name="TextBox 354"/>
              <p:cNvSpPr txBox="1"/>
              <p:nvPr/>
            </p:nvSpPr>
            <p:spPr>
              <a:xfrm>
                <a:off x="3631959" y="275050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6" name="TextBox 355"/>
              <p:cNvSpPr txBox="1"/>
              <p:nvPr/>
            </p:nvSpPr>
            <p:spPr>
              <a:xfrm>
                <a:off x="3672846" y="3398644"/>
                <a:ext cx="141143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5043202" y="2848976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8" name="TextBox 357"/>
              <p:cNvSpPr txBox="1"/>
              <p:nvPr/>
            </p:nvSpPr>
            <p:spPr>
              <a:xfrm>
                <a:off x="1791687" y="394224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cxnSp>
            <p:nvCxnSpPr>
              <p:cNvPr id="376" name="직선 연결선 375"/>
              <p:cNvCxnSpPr/>
              <p:nvPr/>
            </p:nvCxnSpPr>
            <p:spPr>
              <a:xfrm>
                <a:off x="3129641" y="2613306"/>
                <a:ext cx="29374" cy="10746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직선 연결선 378"/>
              <p:cNvCxnSpPr/>
              <p:nvPr/>
            </p:nvCxnSpPr>
            <p:spPr>
              <a:xfrm flipH="1" flipV="1">
                <a:off x="3211008" y="2670846"/>
                <a:ext cx="22041" cy="10069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" name="TextBox 390"/>
              <p:cNvSpPr txBox="1"/>
              <p:nvPr/>
            </p:nvSpPr>
            <p:spPr>
              <a:xfrm>
                <a:off x="2427880" y="255138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2" name="TextBox 391"/>
              <p:cNvSpPr txBox="1"/>
              <p:nvPr/>
            </p:nvSpPr>
            <p:spPr>
              <a:xfrm>
                <a:off x="2626603" y="281774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3" name="TextBox 392"/>
              <p:cNvSpPr txBox="1"/>
              <p:nvPr/>
            </p:nvSpPr>
            <p:spPr>
              <a:xfrm>
                <a:off x="5543024" y="216215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4" name="TextBox 393"/>
              <p:cNvSpPr txBox="1"/>
              <p:nvPr/>
            </p:nvSpPr>
            <p:spPr>
              <a:xfrm>
                <a:off x="5302335" y="23864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5783204" y="403079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6" name="TextBox 395"/>
              <p:cNvSpPr txBox="1"/>
              <p:nvPr/>
            </p:nvSpPr>
            <p:spPr>
              <a:xfrm>
                <a:off x="4786329" y="365788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7" name="TextBox 396"/>
              <p:cNvSpPr txBox="1"/>
              <p:nvPr/>
            </p:nvSpPr>
            <p:spPr>
              <a:xfrm>
                <a:off x="4089142" y="408094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1" name="TextBox 400"/>
              <p:cNvSpPr txBox="1"/>
              <p:nvPr/>
            </p:nvSpPr>
            <p:spPr>
              <a:xfrm>
                <a:off x="2529892" y="42934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2" name="TextBox 401"/>
              <p:cNvSpPr txBox="1"/>
              <p:nvPr/>
            </p:nvSpPr>
            <p:spPr>
              <a:xfrm>
                <a:off x="2698137" y="449513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403" name="TextBox 402"/>
              <p:cNvSpPr txBox="1"/>
              <p:nvPr/>
            </p:nvSpPr>
            <p:spPr>
              <a:xfrm>
                <a:off x="2087385" y="392441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08" name="TextBox 407"/>
              <p:cNvSpPr txBox="1"/>
              <p:nvPr/>
            </p:nvSpPr>
            <p:spPr>
              <a:xfrm>
                <a:off x="4750724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9" name="TextBox 408"/>
              <p:cNvSpPr txBox="1"/>
              <p:nvPr/>
            </p:nvSpPr>
            <p:spPr>
              <a:xfrm>
                <a:off x="5425895" y="3505559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10" name="TextBox 409"/>
              <p:cNvSpPr txBox="1"/>
              <p:nvPr/>
            </p:nvSpPr>
            <p:spPr>
              <a:xfrm>
                <a:off x="5719539" y="36190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20" name="TextBox 419"/>
              <p:cNvSpPr txBox="1"/>
              <p:nvPr/>
            </p:nvSpPr>
            <p:spPr>
              <a:xfrm>
                <a:off x="6479207" y="3248863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21" name="TextBox 420"/>
              <p:cNvSpPr txBox="1"/>
              <p:nvPr/>
            </p:nvSpPr>
            <p:spPr>
              <a:xfrm>
                <a:off x="6276534" y="347101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0" name="TextBox 429"/>
              <p:cNvSpPr txBox="1"/>
              <p:nvPr/>
            </p:nvSpPr>
            <p:spPr>
              <a:xfrm>
                <a:off x="3991678" y="4387695"/>
                <a:ext cx="84696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3865170" y="3678964"/>
                <a:ext cx="16491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3" name="TextBox 432"/>
              <p:cNvSpPr txBox="1"/>
              <p:nvPr/>
            </p:nvSpPr>
            <p:spPr>
              <a:xfrm>
                <a:off x="2651646" y="343878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4" name="TextBox 433"/>
              <p:cNvSpPr txBox="1"/>
              <p:nvPr/>
            </p:nvSpPr>
            <p:spPr>
              <a:xfrm>
                <a:off x="2510194" y="367775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5" name="TextBox 434"/>
              <p:cNvSpPr txBox="1"/>
              <p:nvPr/>
            </p:nvSpPr>
            <p:spPr>
              <a:xfrm>
                <a:off x="3281129" y="307854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6" name="TextBox 435"/>
              <p:cNvSpPr txBox="1"/>
              <p:nvPr/>
            </p:nvSpPr>
            <p:spPr>
              <a:xfrm>
                <a:off x="2944319" y="309129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7" name="TextBox 436"/>
              <p:cNvSpPr txBox="1"/>
              <p:nvPr/>
            </p:nvSpPr>
            <p:spPr>
              <a:xfrm>
                <a:off x="3785052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8" name="TextBox 437"/>
              <p:cNvSpPr txBox="1"/>
              <p:nvPr/>
            </p:nvSpPr>
            <p:spPr>
              <a:xfrm>
                <a:off x="5050647" y="31708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9" name="TextBox 438"/>
              <p:cNvSpPr txBox="1"/>
              <p:nvPr/>
            </p:nvSpPr>
            <p:spPr>
              <a:xfrm>
                <a:off x="4476372" y="378269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5791200" y="434340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84" name="TextBox 83"/>
              <p:cNvSpPr txBox="1"/>
              <p:nvPr/>
            </p:nvSpPr>
            <p:spPr>
              <a:xfrm>
                <a:off x="3991786" y="207543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474B5C-4089-4C20-AD25-288D0C7F14F2}"/>
                </a:ext>
              </a:extLst>
            </p:cNvPr>
            <p:cNvSpPr/>
            <p:nvPr/>
          </p:nvSpPr>
          <p:spPr bwMode="auto">
            <a:xfrm rot="20376990">
              <a:off x="1273887" y="1160558"/>
              <a:ext cx="4335593" cy="3135564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굴림" pitchFamily="50" charset="-127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B150799-E835-497D-8C36-AD862E4D95F8}"/>
                </a:ext>
              </a:extLst>
            </p:cNvPr>
            <p:cNvSpPr txBox="1"/>
            <p:nvPr/>
          </p:nvSpPr>
          <p:spPr>
            <a:xfrm>
              <a:off x="2438985" y="1496157"/>
              <a:ext cx="1899879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/>
                <a:t>RR(2, 1, [(3, 6), (5, 6), (4, 4)])</a:t>
              </a:r>
              <a:endParaRPr lang="en-US" sz="8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3AAC541-6EB2-4BE7-A436-2833121DC6A9}"/>
                </a:ext>
              </a:extLst>
            </p:cNvPr>
            <p:cNvSpPr txBox="1"/>
            <p:nvPr/>
          </p:nvSpPr>
          <p:spPr>
            <a:xfrm>
              <a:off x="5817323" y="25023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3)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B7B0D21-EEEC-4288-B83E-E614E6900964}"/>
                </a:ext>
              </a:extLst>
            </p:cNvPr>
            <p:cNvSpPr txBox="1"/>
            <p:nvPr/>
          </p:nvSpPr>
          <p:spPr>
            <a:xfrm>
              <a:off x="2862954" y="1814512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2)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D42B01-3368-49D4-A73E-9EE12A017599}"/>
                </a:ext>
              </a:extLst>
            </p:cNvPr>
            <p:cNvSpPr txBox="1"/>
            <p:nvPr/>
          </p:nvSpPr>
          <p:spPr>
            <a:xfrm>
              <a:off x="5140986" y="167833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RE(0, 0, 0)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C57AE0B-0838-4EAF-B390-3FCB440AE45F}"/>
                </a:ext>
              </a:extLst>
            </p:cNvPr>
            <p:cNvSpPr txBox="1"/>
            <p:nvPr/>
          </p:nvSpPr>
          <p:spPr>
            <a:xfrm>
              <a:off x="1336784" y="2847684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975747B-7B0D-4E26-8B59-6847F719F0EB}"/>
                </a:ext>
              </a:extLst>
            </p:cNvPr>
            <p:cNvSpPr txBox="1"/>
            <p:nvPr/>
          </p:nvSpPr>
          <p:spPr>
            <a:xfrm>
              <a:off x="2993211" y="4353878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EB3BC5C-D6E0-40BE-9A16-52AC279F79A7}"/>
                </a:ext>
              </a:extLst>
            </p:cNvPr>
            <p:cNvSpPr txBox="1"/>
            <p:nvPr/>
          </p:nvSpPr>
          <p:spPr>
            <a:xfrm>
              <a:off x="4423059" y="2908756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4)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6775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FC35B4-3ADB-43C9-A2A9-F9C6645049E6}"/>
              </a:ext>
            </a:extLst>
          </p:cNvPr>
          <p:cNvGrpSpPr/>
          <p:nvPr/>
        </p:nvGrpSpPr>
        <p:grpSpPr>
          <a:xfrm>
            <a:off x="1336784" y="1124972"/>
            <a:ext cx="5600187" cy="4076553"/>
            <a:chOff x="1336784" y="1124972"/>
            <a:chExt cx="5600187" cy="4076553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DF40DB0-0F30-4F79-AF1E-426F3B754CCF}"/>
                </a:ext>
              </a:extLst>
            </p:cNvPr>
            <p:cNvGrpSpPr/>
            <p:nvPr/>
          </p:nvGrpSpPr>
          <p:grpSpPr>
            <a:xfrm>
              <a:off x="1791687" y="1600200"/>
              <a:ext cx="5145284" cy="3479292"/>
              <a:chOff x="1791687" y="1600200"/>
              <a:chExt cx="5145284" cy="3479292"/>
            </a:xfrm>
          </p:grpSpPr>
          <p:sp>
            <p:nvSpPr>
              <p:cNvPr id="5" name="타원 4"/>
              <p:cNvSpPr/>
              <p:nvPr/>
            </p:nvSpPr>
            <p:spPr>
              <a:xfrm>
                <a:off x="4724400" y="160020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1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타원 5"/>
              <p:cNvSpPr/>
              <p:nvPr/>
            </p:nvSpPr>
            <p:spPr>
              <a:xfrm>
                <a:off x="4109222" y="302995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4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타원 6"/>
              <p:cNvSpPr/>
              <p:nvPr/>
            </p:nvSpPr>
            <p:spPr>
              <a:xfrm>
                <a:off x="1827777" y="304619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3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타원 7"/>
              <p:cNvSpPr/>
              <p:nvPr/>
            </p:nvSpPr>
            <p:spPr>
              <a:xfrm>
                <a:off x="1837944" y="4622292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7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타원 8"/>
              <p:cNvSpPr/>
              <p:nvPr/>
            </p:nvSpPr>
            <p:spPr>
              <a:xfrm>
                <a:off x="3019925" y="3750221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5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타원 16"/>
              <p:cNvSpPr/>
              <p:nvPr/>
            </p:nvSpPr>
            <p:spPr>
              <a:xfrm>
                <a:off x="5783580" y="273405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타원 17"/>
              <p:cNvSpPr/>
              <p:nvPr/>
            </p:nvSpPr>
            <p:spPr>
              <a:xfrm>
                <a:off x="4786174" y="4315097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9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타원 18"/>
              <p:cNvSpPr/>
              <p:nvPr/>
            </p:nvSpPr>
            <p:spPr>
              <a:xfrm>
                <a:off x="6479771" y="380390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8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타원 27"/>
              <p:cNvSpPr/>
              <p:nvPr/>
            </p:nvSpPr>
            <p:spPr>
              <a:xfrm>
                <a:off x="2944368" y="204216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2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직선 연결선 31"/>
              <p:cNvCxnSpPr/>
              <p:nvPr/>
            </p:nvCxnSpPr>
            <p:spPr>
              <a:xfrm flipV="1">
                <a:off x="3472941" y="1827495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/>
              <p:cNvSpPr txBox="1"/>
              <p:nvPr/>
            </p:nvSpPr>
            <p:spPr>
              <a:xfrm>
                <a:off x="3949315" y="17861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cxnSp>
            <p:nvCxnSpPr>
              <p:cNvPr id="139" name="직선 연결선 138"/>
              <p:cNvCxnSpPr/>
              <p:nvPr/>
            </p:nvCxnSpPr>
            <p:spPr>
              <a:xfrm flipV="1">
                <a:off x="3429000" y="1905000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/>
              <p:nvPr/>
            </p:nvCxnSpPr>
            <p:spPr>
              <a:xfrm flipV="1">
                <a:off x="2248662" y="2429344"/>
                <a:ext cx="659129" cy="57755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V="1">
                <a:off x="2286000" y="2470876"/>
                <a:ext cx="671030" cy="57712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V="1">
                <a:off x="1958600" y="3632385"/>
                <a:ext cx="16351" cy="9061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V="1">
                <a:off x="2040709" y="3667545"/>
                <a:ext cx="22135" cy="85076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 flipV="1">
                <a:off x="2342807" y="3441430"/>
                <a:ext cx="589881" cy="4931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 flipV="1">
                <a:off x="2411012" y="3405889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 flipV="1">
                <a:off x="3438145" y="2475959"/>
                <a:ext cx="748768" cy="48060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>
                <a:off x="3394472" y="2514644"/>
                <a:ext cx="715966" cy="461967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4447491" y="2152653"/>
                <a:ext cx="334974" cy="76205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V="1">
                <a:off x="4495800" y="2245801"/>
                <a:ext cx="331316" cy="7107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flipH="1" flipV="1">
                <a:off x="5158772" y="2122379"/>
                <a:ext cx="632428" cy="6208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직선 연결선 176"/>
              <p:cNvCxnSpPr/>
              <p:nvPr/>
            </p:nvCxnSpPr>
            <p:spPr>
              <a:xfrm>
                <a:off x="5198658" y="2050689"/>
                <a:ext cx="613221" cy="59099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>
                <a:cxnSpLocks/>
              </p:cNvCxnSpPr>
              <p:nvPr/>
            </p:nvCxnSpPr>
            <p:spPr>
              <a:xfrm flipV="1">
                <a:off x="3498997" y="3415514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3573610" y="3426154"/>
                <a:ext cx="541757" cy="45277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/>
              <p:cNvCxnSpPr>
                <a:cxnSpLocks/>
              </p:cNvCxnSpPr>
              <p:nvPr/>
            </p:nvCxnSpPr>
            <p:spPr>
              <a:xfrm flipH="1">
                <a:off x="4680691" y="2963008"/>
                <a:ext cx="928801" cy="20024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직선 연결선 189"/>
              <p:cNvCxnSpPr/>
              <p:nvPr/>
            </p:nvCxnSpPr>
            <p:spPr>
              <a:xfrm flipV="1">
                <a:off x="4667265" y="3024552"/>
                <a:ext cx="963916" cy="21259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 flipV="1">
                <a:off x="6247336" y="3192267"/>
                <a:ext cx="467592" cy="5255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직선 연결선 195"/>
              <p:cNvCxnSpPr>
                <a:cxnSpLocks/>
              </p:cNvCxnSpPr>
              <p:nvPr/>
            </p:nvCxnSpPr>
            <p:spPr>
              <a:xfrm>
                <a:off x="6173114" y="3222866"/>
                <a:ext cx="467592" cy="5021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V="1">
                <a:off x="5382879" y="4166484"/>
                <a:ext cx="998239" cy="25113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직선 연결선 209"/>
              <p:cNvCxnSpPr/>
              <p:nvPr/>
            </p:nvCxnSpPr>
            <p:spPr>
              <a:xfrm flipH="1">
                <a:off x="5369291" y="4109083"/>
                <a:ext cx="1025416" cy="26247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>
                <a:off x="4562717" y="3523521"/>
                <a:ext cx="390283" cy="66747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 flipV="1">
                <a:off x="4498065" y="3576469"/>
                <a:ext cx="385945" cy="6534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직선 연결선 287"/>
              <p:cNvCxnSpPr/>
              <p:nvPr/>
            </p:nvCxnSpPr>
            <p:spPr>
              <a:xfrm>
                <a:off x="3588290" y="4118739"/>
                <a:ext cx="1069768" cy="37433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 flipV="1">
                <a:off x="3583005" y="4184065"/>
                <a:ext cx="1055897" cy="3699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직선 연결선 326"/>
              <p:cNvCxnSpPr/>
              <p:nvPr/>
            </p:nvCxnSpPr>
            <p:spPr>
              <a:xfrm flipH="1">
                <a:off x="2317124" y="4202807"/>
                <a:ext cx="692828" cy="47996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직선 연결선 327"/>
              <p:cNvCxnSpPr/>
              <p:nvPr/>
            </p:nvCxnSpPr>
            <p:spPr>
              <a:xfrm flipV="1">
                <a:off x="2356608" y="4258959"/>
                <a:ext cx="671553" cy="46806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직선 연결선 342"/>
              <p:cNvCxnSpPr/>
              <p:nvPr/>
            </p:nvCxnSpPr>
            <p:spPr>
              <a:xfrm flipH="1">
                <a:off x="5219844" y="3191256"/>
                <a:ext cx="647556" cy="98058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직선 연결선 345"/>
              <p:cNvCxnSpPr/>
              <p:nvPr/>
            </p:nvCxnSpPr>
            <p:spPr>
              <a:xfrm flipV="1">
                <a:off x="5264887" y="3294615"/>
                <a:ext cx="631711" cy="9353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TextBox 353"/>
              <p:cNvSpPr txBox="1"/>
              <p:nvPr/>
            </p:nvSpPr>
            <p:spPr>
              <a:xfrm>
                <a:off x="4450096" y="23785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55" name="TextBox 354"/>
              <p:cNvSpPr txBox="1"/>
              <p:nvPr/>
            </p:nvSpPr>
            <p:spPr>
              <a:xfrm>
                <a:off x="3631959" y="275050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6" name="TextBox 355"/>
              <p:cNvSpPr txBox="1"/>
              <p:nvPr/>
            </p:nvSpPr>
            <p:spPr>
              <a:xfrm>
                <a:off x="3672846" y="3398644"/>
                <a:ext cx="141143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5043202" y="2848976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8" name="TextBox 357"/>
              <p:cNvSpPr txBox="1"/>
              <p:nvPr/>
            </p:nvSpPr>
            <p:spPr>
              <a:xfrm>
                <a:off x="1791687" y="394224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cxnSp>
            <p:nvCxnSpPr>
              <p:cNvPr id="376" name="직선 연결선 375"/>
              <p:cNvCxnSpPr/>
              <p:nvPr/>
            </p:nvCxnSpPr>
            <p:spPr>
              <a:xfrm>
                <a:off x="3129641" y="2613306"/>
                <a:ext cx="29374" cy="10746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직선 연결선 378"/>
              <p:cNvCxnSpPr/>
              <p:nvPr/>
            </p:nvCxnSpPr>
            <p:spPr>
              <a:xfrm flipH="1" flipV="1">
                <a:off x="3211008" y="2670846"/>
                <a:ext cx="22041" cy="10069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" name="TextBox 390"/>
              <p:cNvSpPr txBox="1"/>
              <p:nvPr/>
            </p:nvSpPr>
            <p:spPr>
              <a:xfrm>
                <a:off x="2427880" y="255138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2" name="TextBox 391"/>
              <p:cNvSpPr txBox="1"/>
              <p:nvPr/>
            </p:nvSpPr>
            <p:spPr>
              <a:xfrm>
                <a:off x="2626603" y="281774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3" name="TextBox 392"/>
              <p:cNvSpPr txBox="1"/>
              <p:nvPr/>
            </p:nvSpPr>
            <p:spPr>
              <a:xfrm>
                <a:off x="5543024" y="216215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4" name="TextBox 393"/>
              <p:cNvSpPr txBox="1"/>
              <p:nvPr/>
            </p:nvSpPr>
            <p:spPr>
              <a:xfrm>
                <a:off x="5302335" y="23864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5783204" y="403079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6" name="TextBox 395"/>
              <p:cNvSpPr txBox="1"/>
              <p:nvPr/>
            </p:nvSpPr>
            <p:spPr>
              <a:xfrm>
                <a:off x="4786329" y="365788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7" name="TextBox 396"/>
              <p:cNvSpPr txBox="1"/>
              <p:nvPr/>
            </p:nvSpPr>
            <p:spPr>
              <a:xfrm>
                <a:off x="4089142" y="408094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1" name="TextBox 400"/>
              <p:cNvSpPr txBox="1"/>
              <p:nvPr/>
            </p:nvSpPr>
            <p:spPr>
              <a:xfrm>
                <a:off x="2529892" y="42934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2" name="TextBox 401"/>
              <p:cNvSpPr txBox="1"/>
              <p:nvPr/>
            </p:nvSpPr>
            <p:spPr>
              <a:xfrm>
                <a:off x="2698137" y="449513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403" name="TextBox 402"/>
              <p:cNvSpPr txBox="1"/>
              <p:nvPr/>
            </p:nvSpPr>
            <p:spPr>
              <a:xfrm>
                <a:off x="2087385" y="392441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08" name="TextBox 407"/>
              <p:cNvSpPr txBox="1"/>
              <p:nvPr/>
            </p:nvSpPr>
            <p:spPr>
              <a:xfrm>
                <a:off x="4750724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9" name="TextBox 408"/>
              <p:cNvSpPr txBox="1"/>
              <p:nvPr/>
            </p:nvSpPr>
            <p:spPr>
              <a:xfrm>
                <a:off x="5425895" y="3505559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10" name="TextBox 409"/>
              <p:cNvSpPr txBox="1"/>
              <p:nvPr/>
            </p:nvSpPr>
            <p:spPr>
              <a:xfrm>
                <a:off x="5719539" y="36190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20" name="TextBox 419"/>
              <p:cNvSpPr txBox="1"/>
              <p:nvPr/>
            </p:nvSpPr>
            <p:spPr>
              <a:xfrm>
                <a:off x="6479207" y="3248863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21" name="TextBox 420"/>
              <p:cNvSpPr txBox="1"/>
              <p:nvPr/>
            </p:nvSpPr>
            <p:spPr>
              <a:xfrm>
                <a:off x="6276534" y="347101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0" name="TextBox 429"/>
              <p:cNvSpPr txBox="1"/>
              <p:nvPr/>
            </p:nvSpPr>
            <p:spPr>
              <a:xfrm>
                <a:off x="3991678" y="4387695"/>
                <a:ext cx="84696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3865170" y="3678964"/>
                <a:ext cx="16491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3" name="TextBox 432"/>
              <p:cNvSpPr txBox="1"/>
              <p:nvPr/>
            </p:nvSpPr>
            <p:spPr>
              <a:xfrm>
                <a:off x="2651646" y="343878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4" name="TextBox 433"/>
              <p:cNvSpPr txBox="1"/>
              <p:nvPr/>
            </p:nvSpPr>
            <p:spPr>
              <a:xfrm>
                <a:off x="2510194" y="367775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5" name="TextBox 434"/>
              <p:cNvSpPr txBox="1"/>
              <p:nvPr/>
            </p:nvSpPr>
            <p:spPr>
              <a:xfrm>
                <a:off x="3281129" y="307854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6" name="TextBox 435"/>
              <p:cNvSpPr txBox="1"/>
              <p:nvPr/>
            </p:nvSpPr>
            <p:spPr>
              <a:xfrm>
                <a:off x="2944319" y="309129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7" name="TextBox 436"/>
              <p:cNvSpPr txBox="1"/>
              <p:nvPr/>
            </p:nvSpPr>
            <p:spPr>
              <a:xfrm>
                <a:off x="3785052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8" name="TextBox 437"/>
              <p:cNvSpPr txBox="1"/>
              <p:nvPr/>
            </p:nvSpPr>
            <p:spPr>
              <a:xfrm>
                <a:off x="5050647" y="31708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9" name="TextBox 438"/>
              <p:cNvSpPr txBox="1"/>
              <p:nvPr/>
            </p:nvSpPr>
            <p:spPr>
              <a:xfrm>
                <a:off x="4476372" y="378269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5791200" y="434340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84" name="TextBox 83"/>
              <p:cNvSpPr txBox="1"/>
              <p:nvPr/>
            </p:nvSpPr>
            <p:spPr>
              <a:xfrm>
                <a:off x="3991786" y="207543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474B5C-4089-4C20-AD25-288D0C7F14F2}"/>
                </a:ext>
              </a:extLst>
            </p:cNvPr>
            <p:cNvSpPr/>
            <p:nvPr/>
          </p:nvSpPr>
          <p:spPr bwMode="auto">
            <a:xfrm rot="20376990">
              <a:off x="2328004" y="1124972"/>
              <a:ext cx="4335593" cy="4076553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굴림" pitchFamily="50" charset="-127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B150799-E835-497D-8C36-AD862E4D95F8}"/>
                </a:ext>
              </a:extLst>
            </p:cNvPr>
            <p:cNvSpPr txBox="1"/>
            <p:nvPr/>
          </p:nvSpPr>
          <p:spPr>
            <a:xfrm>
              <a:off x="3429000" y="1384756"/>
              <a:ext cx="2207656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/>
                <a:t>RR(4, 1, [(2, 7), (5, 7), (6, 7), (9, 7)])</a:t>
              </a:r>
              <a:endParaRPr lang="en-US" sz="8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3AAC541-6EB2-4BE7-A436-2833121DC6A9}"/>
                </a:ext>
              </a:extLst>
            </p:cNvPr>
            <p:cNvSpPr txBox="1"/>
            <p:nvPr/>
          </p:nvSpPr>
          <p:spPr>
            <a:xfrm>
              <a:off x="5817323" y="25023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3)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B7B0D21-EEEC-4288-B83E-E614E6900964}"/>
                </a:ext>
              </a:extLst>
            </p:cNvPr>
            <p:cNvSpPr txBox="1"/>
            <p:nvPr/>
          </p:nvSpPr>
          <p:spPr>
            <a:xfrm>
              <a:off x="2862954" y="1814512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2)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D42B01-3368-49D4-A73E-9EE12A017599}"/>
                </a:ext>
              </a:extLst>
            </p:cNvPr>
            <p:cNvSpPr txBox="1"/>
            <p:nvPr/>
          </p:nvSpPr>
          <p:spPr>
            <a:xfrm>
              <a:off x="5140986" y="167833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RE(0, 0, 0)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C57AE0B-0838-4EAF-B390-3FCB440AE45F}"/>
                </a:ext>
              </a:extLst>
            </p:cNvPr>
            <p:cNvSpPr txBox="1"/>
            <p:nvPr/>
          </p:nvSpPr>
          <p:spPr>
            <a:xfrm>
              <a:off x="1336784" y="2847684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975747B-7B0D-4E26-8B59-6847F719F0EB}"/>
                </a:ext>
              </a:extLst>
            </p:cNvPr>
            <p:cNvSpPr txBox="1"/>
            <p:nvPr/>
          </p:nvSpPr>
          <p:spPr>
            <a:xfrm>
              <a:off x="2993211" y="4353878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67892CE-4F90-495E-99AF-0C069077AD2C}"/>
                </a:ext>
              </a:extLst>
            </p:cNvPr>
            <p:cNvSpPr txBox="1"/>
            <p:nvPr/>
          </p:nvSpPr>
          <p:spPr>
            <a:xfrm>
              <a:off x="5181600" y="45325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RE(4, 2, 7)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301A7D0C-475B-4133-BBCC-17D7CF896598}"/>
                </a:ext>
              </a:extLst>
            </p:cNvPr>
            <p:cNvSpPr txBox="1"/>
            <p:nvPr/>
          </p:nvSpPr>
          <p:spPr>
            <a:xfrm>
              <a:off x="4423059" y="2908756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4)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4307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9D2914-90CF-47A5-9363-4C544523F6C0}"/>
              </a:ext>
            </a:extLst>
          </p:cNvPr>
          <p:cNvGrpSpPr/>
          <p:nvPr/>
        </p:nvGrpSpPr>
        <p:grpSpPr>
          <a:xfrm>
            <a:off x="1336784" y="808292"/>
            <a:ext cx="6162545" cy="4436048"/>
            <a:chOff x="1336784" y="808292"/>
            <a:chExt cx="6162545" cy="443604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DF40DB0-0F30-4F79-AF1E-426F3B754CCF}"/>
                </a:ext>
              </a:extLst>
            </p:cNvPr>
            <p:cNvGrpSpPr/>
            <p:nvPr/>
          </p:nvGrpSpPr>
          <p:grpSpPr>
            <a:xfrm>
              <a:off x="1791687" y="1600200"/>
              <a:ext cx="5145284" cy="3479292"/>
              <a:chOff x="1791687" y="1600200"/>
              <a:chExt cx="5145284" cy="3479292"/>
            </a:xfrm>
          </p:grpSpPr>
          <p:sp>
            <p:nvSpPr>
              <p:cNvPr id="5" name="타원 4"/>
              <p:cNvSpPr/>
              <p:nvPr/>
            </p:nvSpPr>
            <p:spPr>
              <a:xfrm>
                <a:off x="4724400" y="160020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1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타원 5"/>
              <p:cNvSpPr/>
              <p:nvPr/>
            </p:nvSpPr>
            <p:spPr>
              <a:xfrm>
                <a:off x="4109222" y="302995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4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타원 6"/>
              <p:cNvSpPr/>
              <p:nvPr/>
            </p:nvSpPr>
            <p:spPr>
              <a:xfrm>
                <a:off x="1827777" y="304619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3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타원 7"/>
              <p:cNvSpPr/>
              <p:nvPr/>
            </p:nvSpPr>
            <p:spPr>
              <a:xfrm>
                <a:off x="1837944" y="4622292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7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타원 8"/>
              <p:cNvSpPr/>
              <p:nvPr/>
            </p:nvSpPr>
            <p:spPr>
              <a:xfrm>
                <a:off x="3019925" y="3750221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5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타원 16"/>
              <p:cNvSpPr/>
              <p:nvPr/>
            </p:nvSpPr>
            <p:spPr>
              <a:xfrm>
                <a:off x="5783580" y="273405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타원 17"/>
              <p:cNvSpPr/>
              <p:nvPr/>
            </p:nvSpPr>
            <p:spPr>
              <a:xfrm>
                <a:off x="4786174" y="4315097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9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타원 18"/>
              <p:cNvSpPr/>
              <p:nvPr/>
            </p:nvSpPr>
            <p:spPr>
              <a:xfrm>
                <a:off x="6479771" y="380390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8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타원 27"/>
              <p:cNvSpPr/>
              <p:nvPr/>
            </p:nvSpPr>
            <p:spPr>
              <a:xfrm>
                <a:off x="2944368" y="204216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2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직선 연결선 31"/>
              <p:cNvCxnSpPr/>
              <p:nvPr/>
            </p:nvCxnSpPr>
            <p:spPr>
              <a:xfrm flipV="1">
                <a:off x="3472941" y="1827495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/>
              <p:cNvSpPr txBox="1"/>
              <p:nvPr/>
            </p:nvSpPr>
            <p:spPr>
              <a:xfrm>
                <a:off x="3949315" y="17861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cxnSp>
            <p:nvCxnSpPr>
              <p:cNvPr id="139" name="직선 연결선 138"/>
              <p:cNvCxnSpPr/>
              <p:nvPr/>
            </p:nvCxnSpPr>
            <p:spPr>
              <a:xfrm flipV="1">
                <a:off x="3429000" y="1905000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/>
              <p:nvPr/>
            </p:nvCxnSpPr>
            <p:spPr>
              <a:xfrm flipV="1">
                <a:off x="2248662" y="2429344"/>
                <a:ext cx="659129" cy="57755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V="1">
                <a:off x="2286000" y="2470876"/>
                <a:ext cx="671030" cy="57712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V="1">
                <a:off x="1958600" y="3632385"/>
                <a:ext cx="16351" cy="9061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V="1">
                <a:off x="2040709" y="3667545"/>
                <a:ext cx="22135" cy="85076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 flipV="1">
                <a:off x="2342807" y="3441430"/>
                <a:ext cx="589881" cy="4931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 flipV="1">
                <a:off x="2411012" y="3405889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 flipV="1">
                <a:off x="3438145" y="2475959"/>
                <a:ext cx="748768" cy="48060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>
                <a:off x="3394472" y="2514644"/>
                <a:ext cx="715966" cy="461967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4447491" y="2152653"/>
                <a:ext cx="334974" cy="76205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V="1">
                <a:off x="4495800" y="2245801"/>
                <a:ext cx="331316" cy="7107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flipH="1" flipV="1">
                <a:off x="5158772" y="2122379"/>
                <a:ext cx="632428" cy="6208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직선 연결선 176"/>
              <p:cNvCxnSpPr/>
              <p:nvPr/>
            </p:nvCxnSpPr>
            <p:spPr>
              <a:xfrm>
                <a:off x="5198658" y="2050689"/>
                <a:ext cx="613221" cy="59099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>
                <a:cxnSpLocks/>
              </p:cNvCxnSpPr>
              <p:nvPr/>
            </p:nvCxnSpPr>
            <p:spPr>
              <a:xfrm flipV="1">
                <a:off x="3498997" y="3415514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3573610" y="3426154"/>
                <a:ext cx="541757" cy="45277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/>
              <p:cNvCxnSpPr>
                <a:cxnSpLocks/>
              </p:cNvCxnSpPr>
              <p:nvPr/>
            </p:nvCxnSpPr>
            <p:spPr>
              <a:xfrm flipH="1">
                <a:off x="4680691" y="2963008"/>
                <a:ext cx="928801" cy="20024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직선 연결선 189"/>
              <p:cNvCxnSpPr/>
              <p:nvPr/>
            </p:nvCxnSpPr>
            <p:spPr>
              <a:xfrm flipV="1">
                <a:off x="4667265" y="3024552"/>
                <a:ext cx="963916" cy="21259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 flipV="1">
                <a:off x="6247336" y="3192267"/>
                <a:ext cx="467592" cy="5255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직선 연결선 195"/>
              <p:cNvCxnSpPr>
                <a:cxnSpLocks/>
              </p:cNvCxnSpPr>
              <p:nvPr/>
            </p:nvCxnSpPr>
            <p:spPr>
              <a:xfrm>
                <a:off x="6173114" y="3222866"/>
                <a:ext cx="467592" cy="5021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V="1">
                <a:off x="5382879" y="4166484"/>
                <a:ext cx="998239" cy="25113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직선 연결선 209"/>
              <p:cNvCxnSpPr/>
              <p:nvPr/>
            </p:nvCxnSpPr>
            <p:spPr>
              <a:xfrm flipH="1">
                <a:off x="5369291" y="4109083"/>
                <a:ext cx="1025416" cy="26247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>
                <a:off x="4562717" y="3523521"/>
                <a:ext cx="390283" cy="66747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 flipV="1">
                <a:off x="4498065" y="3576469"/>
                <a:ext cx="385945" cy="6534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직선 연결선 287"/>
              <p:cNvCxnSpPr/>
              <p:nvPr/>
            </p:nvCxnSpPr>
            <p:spPr>
              <a:xfrm>
                <a:off x="3588290" y="4118739"/>
                <a:ext cx="1069768" cy="37433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 flipV="1">
                <a:off x="3583005" y="4184065"/>
                <a:ext cx="1055897" cy="3699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직선 연결선 326"/>
              <p:cNvCxnSpPr/>
              <p:nvPr/>
            </p:nvCxnSpPr>
            <p:spPr>
              <a:xfrm flipH="1">
                <a:off x="2317124" y="4202807"/>
                <a:ext cx="692828" cy="47996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직선 연결선 327"/>
              <p:cNvCxnSpPr/>
              <p:nvPr/>
            </p:nvCxnSpPr>
            <p:spPr>
              <a:xfrm flipV="1">
                <a:off x="2356608" y="4258959"/>
                <a:ext cx="671553" cy="46806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직선 연결선 342"/>
              <p:cNvCxnSpPr/>
              <p:nvPr/>
            </p:nvCxnSpPr>
            <p:spPr>
              <a:xfrm flipH="1">
                <a:off x="5219844" y="3191256"/>
                <a:ext cx="647556" cy="98058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직선 연결선 345"/>
              <p:cNvCxnSpPr/>
              <p:nvPr/>
            </p:nvCxnSpPr>
            <p:spPr>
              <a:xfrm flipV="1">
                <a:off x="5264887" y="3294615"/>
                <a:ext cx="631711" cy="9353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TextBox 353"/>
              <p:cNvSpPr txBox="1"/>
              <p:nvPr/>
            </p:nvSpPr>
            <p:spPr>
              <a:xfrm>
                <a:off x="4450096" y="23785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55" name="TextBox 354"/>
              <p:cNvSpPr txBox="1"/>
              <p:nvPr/>
            </p:nvSpPr>
            <p:spPr>
              <a:xfrm>
                <a:off x="3631959" y="275050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6" name="TextBox 355"/>
              <p:cNvSpPr txBox="1"/>
              <p:nvPr/>
            </p:nvSpPr>
            <p:spPr>
              <a:xfrm>
                <a:off x="3672846" y="3398644"/>
                <a:ext cx="141143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5043202" y="2848976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8" name="TextBox 357"/>
              <p:cNvSpPr txBox="1"/>
              <p:nvPr/>
            </p:nvSpPr>
            <p:spPr>
              <a:xfrm>
                <a:off x="1791687" y="394224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cxnSp>
            <p:nvCxnSpPr>
              <p:cNvPr id="376" name="직선 연결선 375"/>
              <p:cNvCxnSpPr/>
              <p:nvPr/>
            </p:nvCxnSpPr>
            <p:spPr>
              <a:xfrm>
                <a:off x="3129641" y="2613306"/>
                <a:ext cx="29374" cy="10746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직선 연결선 378"/>
              <p:cNvCxnSpPr/>
              <p:nvPr/>
            </p:nvCxnSpPr>
            <p:spPr>
              <a:xfrm flipH="1" flipV="1">
                <a:off x="3211008" y="2670846"/>
                <a:ext cx="22041" cy="10069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" name="TextBox 390"/>
              <p:cNvSpPr txBox="1"/>
              <p:nvPr/>
            </p:nvSpPr>
            <p:spPr>
              <a:xfrm>
                <a:off x="2427880" y="255138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2" name="TextBox 391"/>
              <p:cNvSpPr txBox="1"/>
              <p:nvPr/>
            </p:nvSpPr>
            <p:spPr>
              <a:xfrm>
                <a:off x="2626603" y="281774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3" name="TextBox 392"/>
              <p:cNvSpPr txBox="1"/>
              <p:nvPr/>
            </p:nvSpPr>
            <p:spPr>
              <a:xfrm>
                <a:off x="5543024" y="216215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4" name="TextBox 393"/>
              <p:cNvSpPr txBox="1"/>
              <p:nvPr/>
            </p:nvSpPr>
            <p:spPr>
              <a:xfrm>
                <a:off x="5302335" y="23864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5783204" y="403079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6" name="TextBox 395"/>
              <p:cNvSpPr txBox="1"/>
              <p:nvPr/>
            </p:nvSpPr>
            <p:spPr>
              <a:xfrm>
                <a:off x="4786329" y="365788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7" name="TextBox 396"/>
              <p:cNvSpPr txBox="1"/>
              <p:nvPr/>
            </p:nvSpPr>
            <p:spPr>
              <a:xfrm>
                <a:off x="4089142" y="408094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1" name="TextBox 400"/>
              <p:cNvSpPr txBox="1"/>
              <p:nvPr/>
            </p:nvSpPr>
            <p:spPr>
              <a:xfrm>
                <a:off x="2529892" y="42934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2" name="TextBox 401"/>
              <p:cNvSpPr txBox="1"/>
              <p:nvPr/>
            </p:nvSpPr>
            <p:spPr>
              <a:xfrm>
                <a:off x="2698137" y="449513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403" name="TextBox 402"/>
              <p:cNvSpPr txBox="1"/>
              <p:nvPr/>
            </p:nvSpPr>
            <p:spPr>
              <a:xfrm>
                <a:off x="2087385" y="392441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08" name="TextBox 407"/>
              <p:cNvSpPr txBox="1"/>
              <p:nvPr/>
            </p:nvSpPr>
            <p:spPr>
              <a:xfrm>
                <a:off x="4750724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9" name="TextBox 408"/>
              <p:cNvSpPr txBox="1"/>
              <p:nvPr/>
            </p:nvSpPr>
            <p:spPr>
              <a:xfrm>
                <a:off x="5425895" y="3505559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10" name="TextBox 409"/>
              <p:cNvSpPr txBox="1"/>
              <p:nvPr/>
            </p:nvSpPr>
            <p:spPr>
              <a:xfrm>
                <a:off x="5719539" y="36190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20" name="TextBox 419"/>
              <p:cNvSpPr txBox="1"/>
              <p:nvPr/>
            </p:nvSpPr>
            <p:spPr>
              <a:xfrm>
                <a:off x="6479207" y="3248863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21" name="TextBox 420"/>
              <p:cNvSpPr txBox="1"/>
              <p:nvPr/>
            </p:nvSpPr>
            <p:spPr>
              <a:xfrm>
                <a:off x="6276534" y="347101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0" name="TextBox 429"/>
              <p:cNvSpPr txBox="1"/>
              <p:nvPr/>
            </p:nvSpPr>
            <p:spPr>
              <a:xfrm>
                <a:off x="3991678" y="4387695"/>
                <a:ext cx="84696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3865170" y="3678964"/>
                <a:ext cx="16491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3" name="TextBox 432"/>
              <p:cNvSpPr txBox="1"/>
              <p:nvPr/>
            </p:nvSpPr>
            <p:spPr>
              <a:xfrm>
                <a:off x="2651646" y="343878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4" name="TextBox 433"/>
              <p:cNvSpPr txBox="1"/>
              <p:nvPr/>
            </p:nvSpPr>
            <p:spPr>
              <a:xfrm>
                <a:off x="2510194" y="367775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5" name="TextBox 434"/>
              <p:cNvSpPr txBox="1"/>
              <p:nvPr/>
            </p:nvSpPr>
            <p:spPr>
              <a:xfrm>
                <a:off x="3281129" y="307854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6" name="TextBox 435"/>
              <p:cNvSpPr txBox="1"/>
              <p:nvPr/>
            </p:nvSpPr>
            <p:spPr>
              <a:xfrm>
                <a:off x="2944319" y="309129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7" name="TextBox 436"/>
              <p:cNvSpPr txBox="1"/>
              <p:nvPr/>
            </p:nvSpPr>
            <p:spPr>
              <a:xfrm>
                <a:off x="3785052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8" name="TextBox 437"/>
              <p:cNvSpPr txBox="1"/>
              <p:nvPr/>
            </p:nvSpPr>
            <p:spPr>
              <a:xfrm>
                <a:off x="5050647" y="31708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9" name="TextBox 438"/>
              <p:cNvSpPr txBox="1"/>
              <p:nvPr/>
            </p:nvSpPr>
            <p:spPr>
              <a:xfrm>
                <a:off x="4476372" y="378269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5791200" y="434340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84" name="TextBox 83"/>
              <p:cNvSpPr txBox="1"/>
              <p:nvPr/>
            </p:nvSpPr>
            <p:spPr>
              <a:xfrm>
                <a:off x="3991786" y="207543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474B5C-4089-4C20-AD25-288D0C7F14F2}"/>
                </a:ext>
              </a:extLst>
            </p:cNvPr>
            <p:cNvSpPr/>
            <p:nvPr/>
          </p:nvSpPr>
          <p:spPr bwMode="auto">
            <a:xfrm rot="20376990">
              <a:off x="3643537" y="808292"/>
              <a:ext cx="3449987" cy="4436048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굴림" pitchFamily="50" charset="-127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B150799-E835-497D-8C36-AD862E4D95F8}"/>
                </a:ext>
              </a:extLst>
            </p:cNvPr>
            <p:cNvSpPr txBox="1"/>
            <p:nvPr/>
          </p:nvSpPr>
          <p:spPr>
            <a:xfrm>
              <a:off x="3998207" y="1315122"/>
              <a:ext cx="1899879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/>
                <a:t>RR(6, 1, [(4, 5), (8, 6), (9, 7)])</a:t>
              </a:r>
              <a:endParaRPr lang="en-US" sz="8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3AAC541-6EB2-4BE7-A436-2833121DC6A9}"/>
                </a:ext>
              </a:extLst>
            </p:cNvPr>
            <p:cNvSpPr txBox="1"/>
            <p:nvPr/>
          </p:nvSpPr>
          <p:spPr>
            <a:xfrm>
              <a:off x="5817323" y="25023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3)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B7B0D21-EEEC-4288-B83E-E614E6900964}"/>
                </a:ext>
              </a:extLst>
            </p:cNvPr>
            <p:cNvSpPr txBox="1"/>
            <p:nvPr/>
          </p:nvSpPr>
          <p:spPr>
            <a:xfrm>
              <a:off x="2862954" y="1814512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2)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D42B01-3368-49D4-A73E-9EE12A017599}"/>
                </a:ext>
              </a:extLst>
            </p:cNvPr>
            <p:cNvSpPr txBox="1"/>
            <p:nvPr/>
          </p:nvSpPr>
          <p:spPr>
            <a:xfrm>
              <a:off x="5140986" y="167833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RE(0, 0, 0)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C57AE0B-0838-4EAF-B390-3FCB440AE45F}"/>
                </a:ext>
              </a:extLst>
            </p:cNvPr>
            <p:cNvSpPr txBox="1"/>
            <p:nvPr/>
          </p:nvSpPr>
          <p:spPr>
            <a:xfrm>
              <a:off x="1336784" y="2847684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975747B-7B0D-4E26-8B59-6847F719F0EB}"/>
                </a:ext>
              </a:extLst>
            </p:cNvPr>
            <p:cNvSpPr txBox="1"/>
            <p:nvPr/>
          </p:nvSpPr>
          <p:spPr>
            <a:xfrm>
              <a:off x="2993211" y="4353878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67892CE-4F90-495E-99AF-0C069077AD2C}"/>
                </a:ext>
              </a:extLst>
            </p:cNvPr>
            <p:cNvSpPr txBox="1"/>
            <p:nvPr/>
          </p:nvSpPr>
          <p:spPr>
            <a:xfrm>
              <a:off x="5181600" y="45325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RE(4, 2, 7)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52F487E-5C66-4E87-AD46-32429968CB2E}"/>
                </a:ext>
              </a:extLst>
            </p:cNvPr>
            <p:cNvSpPr txBox="1"/>
            <p:nvPr/>
          </p:nvSpPr>
          <p:spPr>
            <a:xfrm>
              <a:off x="6740788" y="366754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RE(6,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70C37A03-E99E-4C46-8DC7-384E5DDF9320}"/>
                </a:ext>
              </a:extLst>
            </p:cNvPr>
            <p:cNvSpPr txBox="1"/>
            <p:nvPr/>
          </p:nvSpPr>
          <p:spPr>
            <a:xfrm>
              <a:off x="4423059" y="2908756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4)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71096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F40DB0-0F30-4F79-AF1E-426F3B754CCF}"/>
              </a:ext>
            </a:extLst>
          </p:cNvPr>
          <p:cNvGrpSpPr/>
          <p:nvPr/>
        </p:nvGrpSpPr>
        <p:grpSpPr>
          <a:xfrm>
            <a:off x="1791687" y="1600200"/>
            <a:ext cx="5145284" cy="3479292"/>
            <a:chOff x="1791687" y="1600200"/>
            <a:chExt cx="514528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949315" y="17861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450096" y="23785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631959" y="275050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3672846" y="3398644"/>
              <a:ext cx="141143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91687" y="394224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427880" y="255138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302335" y="23864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83204" y="403079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89142" y="408094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529892" y="42934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385" y="392441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425895" y="3505559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9539" y="36190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479207" y="3248863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276534" y="347101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91678" y="4387695"/>
              <a:ext cx="84696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65170" y="3678964"/>
              <a:ext cx="16491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51646" y="343878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510194" y="367775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944319" y="309129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476372" y="378269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40474B5C-4089-4C20-AD25-288D0C7F14F2}"/>
              </a:ext>
            </a:extLst>
          </p:cNvPr>
          <p:cNvSpPr/>
          <p:nvPr/>
        </p:nvSpPr>
        <p:spPr bwMode="auto">
          <a:xfrm rot="1709587">
            <a:off x="739282" y="1125548"/>
            <a:ext cx="3157484" cy="4194637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  <a:ea typeface="굴림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B150799-E835-497D-8C36-AD862E4D95F8}"/>
              </a:ext>
            </a:extLst>
          </p:cNvPr>
          <p:cNvSpPr txBox="1"/>
          <p:nvPr/>
        </p:nvSpPr>
        <p:spPr>
          <a:xfrm>
            <a:off x="1006099" y="2194200"/>
            <a:ext cx="1463862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/>
              <a:t>RR(3, 2, [(5, 9), (7, 9)])</a:t>
            </a:r>
            <a:endParaRPr lang="en-US" sz="8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3AAC541-6EB2-4BE7-A436-2833121DC6A9}"/>
              </a:ext>
            </a:extLst>
          </p:cNvPr>
          <p:cNvSpPr txBox="1"/>
          <p:nvPr/>
        </p:nvSpPr>
        <p:spPr>
          <a:xfrm>
            <a:off x="5817323" y="2502363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3)</a:t>
            </a:r>
            <a:endParaRPr lang="en-US" sz="800" dirty="0">
              <a:solidFill>
                <a:srgbClr val="FF0000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7B0D21-EEEC-4288-B83E-E614E6900964}"/>
              </a:ext>
            </a:extLst>
          </p:cNvPr>
          <p:cNvSpPr txBox="1"/>
          <p:nvPr/>
        </p:nvSpPr>
        <p:spPr>
          <a:xfrm>
            <a:off x="2862954" y="1814512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2)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D42B01-3368-49D4-A73E-9EE12A017599}"/>
              </a:ext>
            </a:extLst>
          </p:cNvPr>
          <p:cNvSpPr txBox="1"/>
          <p:nvPr/>
        </p:nvSpPr>
        <p:spPr>
          <a:xfrm>
            <a:off x="5140986" y="167833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RE(0, 0, 0)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C57AE0B-0838-4EAF-B390-3FCB440AE45F}"/>
              </a:ext>
            </a:extLst>
          </p:cNvPr>
          <p:cNvSpPr txBox="1"/>
          <p:nvPr/>
        </p:nvSpPr>
        <p:spPr>
          <a:xfrm>
            <a:off x="1336784" y="2847684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RE(2,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75747B-7B0D-4E26-8B59-6847F719F0EB}"/>
              </a:ext>
            </a:extLst>
          </p:cNvPr>
          <p:cNvSpPr txBox="1"/>
          <p:nvPr/>
        </p:nvSpPr>
        <p:spPr>
          <a:xfrm>
            <a:off x="2993211" y="4353878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RE(2,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67892CE-4F90-495E-99AF-0C069077AD2C}"/>
              </a:ext>
            </a:extLst>
          </p:cNvPr>
          <p:cNvSpPr txBox="1"/>
          <p:nvPr/>
        </p:nvSpPr>
        <p:spPr>
          <a:xfrm>
            <a:off x="5181600" y="4532563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RE(4, 2, 7)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52F487E-5C66-4E87-AD46-32429968CB2E}"/>
              </a:ext>
            </a:extLst>
          </p:cNvPr>
          <p:cNvSpPr txBox="1"/>
          <p:nvPr/>
        </p:nvSpPr>
        <p:spPr>
          <a:xfrm>
            <a:off x="6740788" y="366754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RE(6,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23D718-733F-4B4E-95D4-B2B7EC53B6B8}"/>
              </a:ext>
            </a:extLst>
          </p:cNvPr>
          <p:cNvSpPr txBox="1"/>
          <p:nvPr/>
        </p:nvSpPr>
        <p:spPr>
          <a:xfrm>
            <a:off x="1114099" y="472702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RE(3, 3, 9)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A62A460-CD7C-411D-957E-6F8B4036C18C}"/>
              </a:ext>
            </a:extLst>
          </p:cNvPr>
          <p:cNvSpPr txBox="1"/>
          <p:nvPr/>
        </p:nvSpPr>
        <p:spPr>
          <a:xfrm>
            <a:off x="4423059" y="2908756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4)</a:t>
            </a:r>
            <a:endParaRPr lang="en-US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043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F40DB0-0F30-4F79-AF1E-426F3B754CCF}"/>
              </a:ext>
            </a:extLst>
          </p:cNvPr>
          <p:cNvGrpSpPr/>
          <p:nvPr/>
        </p:nvGrpSpPr>
        <p:grpSpPr>
          <a:xfrm>
            <a:off x="1791687" y="1600200"/>
            <a:ext cx="5145284" cy="3479292"/>
            <a:chOff x="1791687" y="1600200"/>
            <a:chExt cx="514528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949315" y="17861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450096" y="23785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631959" y="275050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3672846" y="3398644"/>
              <a:ext cx="141143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91687" y="394224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427880" y="255138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302335" y="23864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83204" y="403079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89142" y="408094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529892" y="42934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385" y="392441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425895" y="3505559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9539" y="36190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479207" y="3248863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276534" y="347101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91678" y="4387695"/>
              <a:ext cx="84696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65170" y="3678964"/>
              <a:ext cx="16491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51646" y="343878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510194" y="367775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944319" y="309129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476372" y="378269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40474B5C-4089-4C20-AD25-288D0C7F14F2}"/>
              </a:ext>
            </a:extLst>
          </p:cNvPr>
          <p:cNvSpPr/>
          <p:nvPr/>
        </p:nvSpPr>
        <p:spPr bwMode="auto">
          <a:xfrm rot="1709587">
            <a:off x="1044154" y="1642057"/>
            <a:ext cx="4565049" cy="4194637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  <a:ea typeface="굴림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B150799-E835-497D-8C36-AD862E4D95F8}"/>
              </a:ext>
            </a:extLst>
          </p:cNvPr>
          <p:cNvSpPr txBox="1"/>
          <p:nvPr/>
        </p:nvSpPr>
        <p:spPr>
          <a:xfrm>
            <a:off x="2721250" y="4910715"/>
            <a:ext cx="1899879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/>
              <a:t>RR(5, 2, [(3, 9), (7, 9), (9, 9)])</a:t>
            </a:r>
            <a:endParaRPr lang="en-US" sz="8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3AAC541-6EB2-4BE7-A436-2833121DC6A9}"/>
              </a:ext>
            </a:extLst>
          </p:cNvPr>
          <p:cNvSpPr txBox="1"/>
          <p:nvPr/>
        </p:nvSpPr>
        <p:spPr>
          <a:xfrm>
            <a:off x="5817323" y="2502363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3)</a:t>
            </a:r>
            <a:endParaRPr lang="en-US" sz="800" dirty="0">
              <a:solidFill>
                <a:srgbClr val="FF0000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7B0D21-EEEC-4288-B83E-E614E6900964}"/>
              </a:ext>
            </a:extLst>
          </p:cNvPr>
          <p:cNvSpPr txBox="1"/>
          <p:nvPr/>
        </p:nvSpPr>
        <p:spPr>
          <a:xfrm>
            <a:off x="2862954" y="1814512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2)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D42B01-3368-49D4-A73E-9EE12A017599}"/>
              </a:ext>
            </a:extLst>
          </p:cNvPr>
          <p:cNvSpPr txBox="1"/>
          <p:nvPr/>
        </p:nvSpPr>
        <p:spPr>
          <a:xfrm>
            <a:off x="5140986" y="167833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RE(0, 0, 0)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C57AE0B-0838-4EAF-B390-3FCB440AE45F}"/>
              </a:ext>
            </a:extLst>
          </p:cNvPr>
          <p:cNvSpPr txBox="1"/>
          <p:nvPr/>
        </p:nvSpPr>
        <p:spPr>
          <a:xfrm>
            <a:off x="1336784" y="2847684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RE(2,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75747B-7B0D-4E26-8B59-6847F719F0EB}"/>
              </a:ext>
            </a:extLst>
          </p:cNvPr>
          <p:cNvSpPr txBox="1"/>
          <p:nvPr/>
        </p:nvSpPr>
        <p:spPr>
          <a:xfrm>
            <a:off x="2993211" y="4353878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RE(2,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67892CE-4F90-495E-99AF-0C069077AD2C}"/>
              </a:ext>
            </a:extLst>
          </p:cNvPr>
          <p:cNvSpPr txBox="1"/>
          <p:nvPr/>
        </p:nvSpPr>
        <p:spPr>
          <a:xfrm>
            <a:off x="5181600" y="4532563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RE(4, 2, 7)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52F487E-5C66-4E87-AD46-32429968CB2E}"/>
              </a:ext>
            </a:extLst>
          </p:cNvPr>
          <p:cNvSpPr txBox="1"/>
          <p:nvPr/>
        </p:nvSpPr>
        <p:spPr>
          <a:xfrm>
            <a:off x="6740788" y="366754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RE(6,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23D718-733F-4B4E-95D4-B2B7EC53B6B8}"/>
              </a:ext>
            </a:extLst>
          </p:cNvPr>
          <p:cNvSpPr txBox="1"/>
          <p:nvPr/>
        </p:nvSpPr>
        <p:spPr>
          <a:xfrm>
            <a:off x="1114099" y="472702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RE(3, 3, 9)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7CD7D0B0-0825-475E-9BD2-458CD53ABAF2}"/>
              </a:ext>
            </a:extLst>
          </p:cNvPr>
          <p:cNvSpPr txBox="1"/>
          <p:nvPr/>
        </p:nvSpPr>
        <p:spPr>
          <a:xfrm>
            <a:off x="4423059" y="2908756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4)</a:t>
            </a:r>
            <a:endParaRPr lang="en-US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66354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209E957-833E-4B75-96E8-1B4B18DCEEAC}"/>
              </a:ext>
            </a:extLst>
          </p:cNvPr>
          <p:cNvGrpSpPr/>
          <p:nvPr/>
        </p:nvGrpSpPr>
        <p:grpSpPr>
          <a:xfrm>
            <a:off x="614321" y="1600200"/>
            <a:ext cx="6885008" cy="4316951"/>
            <a:chOff x="614321" y="1600200"/>
            <a:chExt cx="6885008" cy="4316951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474B5C-4089-4C20-AD25-288D0C7F14F2}"/>
                </a:ext>
              </a:extLst>
            </p:cNvPr>
            <p:cNvSpPr/>
            <p:nvPr/>
          </p:nvSpPr>
          <p:spPr bwMode="auto">
            <a:xfrm rot="1709587">
              <a:off x="614321" y="2557074"/>
              <a:ext cx="3170367" cy="3360077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굴림" pitchFamily="50" charset="-127"/>
              </a:endParaRP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D5BF184-6FEF-409C-AC82-14C7DCE789E8}"/>
                </a:ext>
              </a:extLst>
            </p:cNvPr>
            <p:cNvGrpSpPr/>
            <p:nvPr/>
          </p:nvGrpSpPr>
          <p:grpSpPr>
            <a:xfrm>
              <a:off x="1114099" y="1600200"/>
              <a:ext cx="6385230" cy="3914578"/>
              <a:chOff x="1114099" y="1600200"/>
              <a:chExt cx="6385230" cy="3914578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DDF40DB0-0F30-4F79-AF1E-426F3B754CCF}"/>
                  </a:ext>
                </a:extLst>
              </p:cNvPr>
              <p:cNvGrpSpPr/>
              <p:nvPr/>
            </p:nvGrpSpPr>
            <p:grpSpPr>
              <a:xfrm>
                <a:off x="1791687" y="1600200"/>
                <a:ext cx="5145284" cy="3479292"/>
                <a:chOff x="1791687" y="1600200"/>
                <a:chExt cx="5145284" cy="3479292"/>
              </a:xfrm>
            </p:grpSpPr>
            <p:sp>
              <p:nvSpPr>
                <p:cNvPr id="5" name="타원 4"/>
                <p:cNvSpPr/>
                <p:nvPr/>
              </p:nvSpPr>
              <p:spPr>
                <a:xfrm>
                  <a:off x="4724400" y="1600200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571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1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타원 5"/>
                <p:cNvSpPr/>
                <p:nvPr/>
              </p:nvSpPr>
              <p:spPr>
                <a:xfrm>
                  <a:off x="4109222" y="3029954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4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" name="타원 6"/>
                <p:cNvSpPr/>
                <p:nvPr/>
              </p:nvSpPr>
              <p:spPr>
                <a:xfrm>
                  <a:off x="1827777" y="3046196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3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" name="타원 7"/>
                <p:cNvSpPr/>
                <p:nvPr/>
              </p:nvSpPr>
              <p:spPr>
                <a:xfrm>
                  <a:off x="1837944" y="4622292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7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" name="타원 8"/>
                <p:cNvSpPr/>
                <p:nvPr/>
              </p:nvSpPr>
              <p:spPr>
                <a:xfrm>
                  <a:off x="3019925" y="3750221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5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타원 16"/>
                <p:cNvSpPr/>
                <p:nvPr/>
              </p:nvSpPr>
              <p:spPr>
                <a:xfrm>
                  <a:off x="5783580" y="2734056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6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타원 17"/>
                <p:cNvSpPr/>
                <p:nvPr/>
              </p:nvSpPr>
              <p:spPr>
                <a:xfrm>
                  <a:off x="4786174" y="4315097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9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타원 18"/>
                <p:cNvSpPr/>
                <p:nvPr/>
              </p:nvSpPr>
              <p:spPr>
                <a:xfrm>
                  <a:off x="6479771" y="3803904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8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타원 27"/>
                <p:cNvSpPr/>
                <p:nvPr/>
              </p:nvSpPr>
              <p:spPr>
                <a:xfrm>
                  <a:off x="2944368" y="2042160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>
                      <a:solidFill>
                        <a:schemeClr val="tx1"/>
                      </a:solidFill>
                    </a:rPr>
                    <a:t>2</a:t>
                  </a:r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32" name="직선 연결선 31"/>
                <p:cNvCxnSpPr/>
                <p:nvPr/>
              </p:nvCxnSpPr>
              <p:spPr>
                <a:xfrm flipV="1">
                  <a:off x="3472941" y="1827495"/>
                  <a:ext cx="1165961" cy="30320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13" name="TextBox 212"/>
                <p:cNvSpPr txBox="1"/>
                <p:nvPr/>
              </p:nvSpPr>
              <p:spPr>
                <a:xfrm>
                  <a:off x="3949315" y="1786152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2</a:t>
                  </a:r>
                  <a:endParaRPr lang="ko-KR" altLang="en-US" sz="1200" dirty="0"/>
                </a:p>
              </p:txBody>
            </p:sp>
            <p:cxnSp>
              <p:nvCxnSpPr>
                <p:cNvPr id="139" name="직선 연결선 138"/>
                <p:cNvCxnSpPr/>
                <p:nvPr/>
              </p:nvCxnSpPr>
              <p:spPr>
                <a:xfrm flipV="1">
                  <a:off x="3429000" y="1905000"/>
                  <a:ext cx="1165961" cy="30320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2" name="직선 연결선 141"/>
                <p:cNvCxnSpPr/>
                <p:nvPr/>
              </p:nvCxnSpPr>
              <p:spPr>
                <a:xfrm flipV="1">
                  <a:off x="2248662" y="2429344"/>
                  <a:ext cx="659129" cy="577552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직선 연결선 142"/>
                <p:cNvCxnSpPr/>
                <p:nvPr/>
              </p:nvCxnSpPr>
              <p:spPr>
                <a:xfrm flipV="1">
                  <a:off x="2286000" y="2470876"/>
                  <a:ext cx="671030" cy="57712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직선 연결선 147"/>
                <p:cNvCxnSpPr>
                  <a:cxnSpLocks/>
                </p:cNvCxnSpPr>
                <p:nvPr/>
              </p:nvCxnSpPr>
              <p:spPr>
                <a:xfrm flipV="1">
                  <a:off x="1958600" y="3632385"/>
                  <a:ext cx="16351" cy="90613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rgbClr val="FF0000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직선 연결선 148"/>
                <p:cNvCxnSpPr/>
                <p:nvPr/>
              </p:nvCxnSpPr>
              <p:spPr>
                <a:xfrm flipV="1">
                  <a:off x="2040709" y="3667545"/>
                  <a:ext cx="22135" cy="85076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직선 연결선 153"/>
                <p:cNvCxnSpPr/>
                <p:nvPr/>
              </p:nvCxnSpPr>
              <p:spPr>
                <a:xfrm flipH="1" flipV="1">
                  <a:off x="2342807" y="3441430"/>
                  <a:ext cx="589881" cy="493121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2"/>
                  </a:solidFill>
                  <a:headEnd type="none" w="med" len="med"/>
                  <a:tailEnd type="triangl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직선 연결선 154"/>
                <p:cNvCxnSpPr/>
                <p:nvPr/>
              </p:nvCxnSpPr>
              <p:spPr>
                <a:xfrm flipH="1" flipV="1">
                  <a:off x="2411012" y="3405889"/>
                  <a:ext cx="535029" cy="435171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직선 연결선 160"/>
                <p:cNvCxnSpPr/>
                <p:nvPr/>
              </p:nvCxnSpPr>
              <p:spPr>
                <a:xfrm flipH="1" flipV="1">
                  <a:off x="3438145" y="2475959"/>
                  <a:ext cx="748768" cy="480602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직선 연결선 164"/>
                <p:cNvCxnSpPr/>
                <p:nvPr/>
              </p:nvCxnSpPr>
              <p:spPr>
                <a:xfrm>
                  <a:off x="3394472" y="2514644"/>
                  <a:ext cx="715966" cy="461967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직선 연결선 167"/>
                <p:cNvCxnSpPr/>
                <p:nvPr/>
              </p:nvCxnSpPr>
              <p:spPr>
                <a:xfrm flipH="1">
                  <a:off x="4447491" y="2152653"/>
                  <a:ext cx="334974" cy="762056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1" name="직선 연결선 170"/>
                <p:cNvCxnSpPr/>
                <p:nvPr/>
              </p:nvCxnSpPr>
              <p:spPr>
                <a:xfrm flipV="1">
                  <a:off x="4495800" y="2245801"/>
                  <a:ext cx="331316" cy="710760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직선 연결선 173"/>
                <p:cNvCxnSpPr/>
                <p:nvPr/>
              </p:nvCxnSpPr>
              <p:spPr>
                <a:xfrm flipH="1" flipV="1">
                  <a:off x="5158772" y="2122379"/>
                  <a:ext cx="632428" cy="620821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직선 연결선 176"/>
                <p:cNvCxnSpPr/>
                <p:nvPr/>
              </p:nvCxnSpPr>
              <p:spPr>
                <a:xfrm>
                  <a:off x="5198658" y="2050689"/>
                  <a:ext cx="613221" cy="590992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직선 연결선 180"/>
                <p:cNvCxnSpPr>
                  <a:cxnSpLocks/>
                </p:cNvCxnSpPr>
                <p:nvPr/>
              </p:nvCxnSpPr>
              <p:spPr>
                <a:xfrm flipV="1">
                  <a:off x="3498997" y="3415514"/>
                  <a:ext cx="535029" cy="435171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4" name="직선 연결선 183"/>
                <p:cNvCxnSpPr/>
                <p:nvPr/>
              </p:nvCxnSpPr>
              <p:spPr>
                <a:xfrm flipH="1">
                  <a:off x="3573610" y="3426154"/>
                  <a:ext cx="541757" cy="452770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직선 연결선 186"/>
                <p:cNvCxnSpPr>
                  <a:cxnSpLocks/>
                </p:cNvCxnSpPr>
                <p:nvPr/>
              </p:nvCxnSpPr>
              <p:spPr>
                <a:xfrm flipH="1">
                  <a:off x="4680691" y="2963008"/>
                  <a:ext cx="928801" cy="200240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직선 연결선 189"/>
                <p:cNvCxnSpPr/>
                <p:nvPr/>
              </p:nvCxnSpPr>
              <p:spPr>
                <a:xfrm flipV="1">
                  <a:off x="4667265" y="3024552"/>
                  <a:ext cx="963916" cy="212595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직선 연결선 192"/>
                <p:cNvCxnSpPr/>
                <p:nvPr/>
              </p:nvCxnSpPr>
              <p:spPr>
                <a:xfrm flipH="1" flipV="1">
                  <a:off x="6247336" y="3192267"/>
                  <a:ext cx="467592" cy="52553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직선 연결선 195"/>
                <p:cNvCxnSpPr>
                  <a:cxnSpLocks/>
                </p:cNvCxnSpPr>
                <p:nvPr/>
              </p:nvCxnSpPr>
              <p:spPr>
                <a:xfrm>
                  <a:off x="6173114" y="3222866"/>
                  <a:ext cx="467592" cy="50211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V="1">
                  <a:off x="5382879" y="4166484"/>
                  <a:ext cx="998239" cy="251131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직선 연결선 209"/>
                <p:cNvCxnSpPr/>
                <p:nvPr/>
              </p:nvCxnSpPr>
              <p:spPr>
                <a:xfrm flipH="1">
                  <a:off x="5369291" y="4109083"/>
                  <a:ext cx="1025416" cy="26247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5" name="직선 연결선 214"/>
                <p:cNvCxnSpPr/>
                <p:nvPr/>
              </p:nvCxnSpPr>
              <p:spPr>
                <a:xfrm>
                  <a:off x="4562717" y="3523521"/>
                  <a:ext cx="390283" cy="66747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6" name="직선 연결선 215"/>
                <p:cNvCxnSpPr/>
                <p:nvPr/>
              </p:nvCxnSpPr>
              <p:spPr>
                <a:xfrm flipH="1" flipV="1">
                  <a:off x="4498065" y="3576469"/>
                  <a:ext cx="385945" cy="653460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직선 연결선 287"/>
                <p:cNvCxnSpPr/>
                <p:nvPr/>
              </p:nvCxnSpPr>
              <p:spPr>
                <a:xfrm>
                  <a:off x="3588290" y="4118739"/>
                  <a:ext cx="1069768" cy="374335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9" name="직선 연결선 288"/>
                <p:cNvCxnSpPr/>
                <p:nvPr/>
              </p:nvCxnSpPr>
              <p:spPr>
                <a:xfrm flipH="1" flipV="1">
                  <a:off x="3583005" y="4184065"/>
                  <a:ext cx="1055897" cy="36998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직선 연결선 326"/>
                <p:cNvCxnSpPr/>
                <p:nvPr/>
              </p:nvCxnSpPr>
              <p:spPr>
                <a:xfrm flipH="1">
                  <a:off x="2317124" y="4202807"/>
                  <a:ext cx="692828" cy="47996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직선 연결선 327"/>
                <p:cNvCxnSpPr/>
                <p:nvPr/>
              </p:nvCxnSpPr>
              <p:spPr>
                <a:xfrm flipV="1">
                  <a:off x="2356608" y="4258959"/>
                  <a:ext cx="671553" cy="468066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3" name="직선 연결선 342"/>
                <p:cNvCxnSpPr/>
                <p:nvPr/>
              </p:nvCxnSpPr>
              <p:spPr>
                <a:xfrm flipH="1">
                  <a:off x="5219844" y="3191256"/>
                  <a:ext cx="647556" cy="980580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6" name="직선 연결선 345"/>
                <p:cNvCxnSpPr/>
                <p:nvPr/>
              </p:nvCxnSpPr>
              <p:spPr>
                <a:xfrm flipV="1">
                  <a:off x="5264887" y="3294615"/>
                  <a:ext cx="631711" cy="93531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4" name="TextBox 353"/>
                <p:cNvSpPr txBox="1"/>
                <p:nvPr/>
              </p:nvSpPr>
              <p:spPr>
                <a:xfrm>
                  <a:off x="4450096" y="2378574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355" name="TextBox 354"/>
                <p:cNvSpPr txBox="1"/>
                <p:nvPr/>
              </p:nvSpPr>
              <p:spPr>
                <a:xfrm>
                  <a:off x="3631959" y="2750507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2</a:t>
                  </a:r>
                  <a:endParaRPr lang="ko-KR" altLang="en-US" sz="1200" dirty="0"/>
                </a:p>
              </p:txBody>
            </p:sp>
            <p:sp>
              <p:nvSpPr>
                <p:cNvPr id="356" name="TextBox 355"/>
                <p:cNvSpPr txBox="1"/>
                <p:nvPr/>
              </p:nvSpPr>
              <p:spPr>
                <a:xfrm>
                  <a:off x="3672846" y="3398644"/>
                  <a:ext cx="141143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squar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357" name="TextBox 356"/>
                <p:cNvSpPr txBox="1"/>
                <p:nvPr/>
              </p:nvSpPr>
              <p:spPr>
                <a:xfrm>
                  <a:off x="5043202" y="2848976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2</a:t>
                  </a:r>
                  <a:endParaRPr lang="ko-KR" altLang="en-US" sz="1200" dirty="0"/>
                </a:p>
              </p:txBody>
            </p:sp>
            <p:sp>
              <p:nvSpPr>
                <p:cNvPr id="358" name="TextBox 357"/>
                <p:cNvSpPr txBox="1"/>
                <p:nvPr/>
              </p:nvSpPr>
              <p:spPr>
                <a:xfrm>
                  <a:off x="1791687" y="3942240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cxnSp>
              <p:nvCxnSpPr>
                <p:cNvPr id="376" name="직선 연결선 375"/>
                <p:cNvCxnSpPr/>
                <p:nvPr/>
              </p:nvCxnSpPr>
              <p:spPr>
                <a:xfrm>
                  <a:off x="3129641" y="2613306"/>
                  <a:ext cx="29374" cy="1074684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9" name="직선 연결선 378"/>
                <p:cNvCxnSpPr/>
                <p:nvPr/>
              </p:nvCxnSpPr>
              <p:spPr>
                <a:xfrm flipH="1" flipV="1">
                  <a:off x="3211008" y="2670846"/>
                  <a:ext cx="22041" cy="1006909"/>
                </a:xfrm>
                <a:prstGeom prst="lin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  <a:headEnd type="triangle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1" name="TextBox 390"/>
                <p:cNvSpPr txBox="1"/>
                <p:nvPr/>
              </p:nvSpPr>
              <p:spPr>
                <a:xfrm>
                  <a:off x="2427880" y="2551381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392" name="TextBox 391"/>
                <p:cNvSpPr txBox="1"/>
                <p:nvPr/>
              </p:nvSpPr>
              <p:spPr>
                <a:xfrm>
                  <a:off x="2626603" y="2817747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393" name="TextBox 392"/>
                <p:cNvSpPr txBox="1"/>
                <p:nvPr/>
              </p:nvSpPr>
              <p:spPr>
                <a:xfrm>
                  <a:off x="5543024" y="2162151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394" name="TextBox 393"/>
                <p:cNvSpPr txBox="1"/>
                <p:nvPr/>
              </p:nvSpPr>
              <p:spPr>
                <a:xfrm>
                  <a:off x="5302335" y="2386492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squar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395" name="TextBox 394"/>
                <p:cNvSpPr txBox="1"/>
                <p:nvPr/>
              </p:nvSpPr>
              <p:spPr>
                <a:xfrm>
                  <a:off x="5783204" y="4030790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396" name="TextBox 395"/>
                <p:cNvSpPr txBox="1"/>
                <p:nvPr/>
              </p:nvSpPr>
              <p:spPr>
                <a:xfrm>
                  <a:off x="4786329" y="3657888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397" name="TextBox 396"/>
                <p:cNvSpPr txBox="1"/>
                <p:nvPr/>
              </p:nvSpPr>
              <p:spPr>
                <a:xfrm>
                  <a:off x="4089142" y="4080944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01" name="TextBox 400"/>
                <p:cNvSpPr txBox="1"/>
                <p:nvPr/>
              </p:nvSpPr>
              <p:spPr>
                <a:xfrm>
                  <a:off x="2529892" y="4293452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02" name="TextBox 401"/>
                <p:cNvSpPr txBox="1"/>
                <p:nvPr/>
              </p:nvSpPr>
              <p:spPr>
                <a:xfrm>
                  <a:off x="2698137" y="4495135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2</a:t>
                  </a:r>
                  <a:endParaRPr lang="ko-KR" altLang="en-US" sz="1200" dirty="0"/>
                </a:p>
              </p:txBody>
            </p:sp>
            <p:sp>
              <p:nvSpPr>
                <p:cNvPr id="403" name="TextBox 402"/>
                <p:cNvSpPr txBox="1"/>
                <p:nvPr/>
              </p:nvSpPr>
              <p:spPr>
                <a:xfrm>
                  <a:off x="2087385" y="3924417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408" name="TextBox 407"/>
                <p:cNvSpPr txBox="1"/>
                <p:nvPr/>
              </p:nvSpPr>
              <p:spPr>
                <a:xfrm>
                  <a:off x="4750724" y="2504042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09" name="TextBox 408"/>
                <p:cNvSpPr txBox="1"/>
                <p:nvPr/>
              </p:nvSpPr>
              <p:spPr>
                <a:xfrm>
                  <a:off x="5425895" y="3505559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410" name="TextBox 409"/>
                <p:cNvSpPr txBox="1"/>
                <p:nvPr/>
              </p:nvSpPr>
              <p:spPr>
                <a:xfrm>
                  <a:off x="5719539" y="3619092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420" name="TextBox 419"/>
                <p:cNvSpPr txBox="1"/>
                <p:nvPr/>
              </p:nvSpPr>
              <p:spPr>
                <a:xfrm>
                  <a:off x="6479207" y="3248863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21" name="TextBox 420"/>
                <p:cNvSpPr txBox="1"/>
                <p:nvPr/>
              </p:nvSpPr>
              <p:spPr>
                <a:xfrm>
                  <a:off x="6276534" y="3471010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0" name="TextBox 429"/>
                <p:cNvSpPr txBox="1"/>
                <p:nvPr/>
              </p:nvSpPr>
              <p:spPr>
                <a:xfrm>
                  <a:off x="3991678" y="4387695"/>
                  <a:ext cx="84696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squar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431" name="TextBox 430"/>
                <p:cNvSpPr txBox="1"/>
                <p:nvPr/>
              </p:nvSpPr>
              <p:spPr>
                <a:xfrm>
                  <a:off x="3865170" y="3678964"/>
                  <a:ext cx="164911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squar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3" name="TextBox 432"/>
                <p:cNvSpPr txBox="1"/>
                <p:nvPr/>
              </p:nvSpPr>
              <p:spPr>
                <a:xfrm>
                  <a:off x="2651646" y="3438780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4" name="TextBox 433"/>
                <p:cNvSpPr txBox="1"/>
                <p:nvPr/>
              </p:nvSpPr>
              <p:spPr>
                <a:xfrm>
                  <a:off x="2510194" y="3677755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5" name="TextBox 434"/>
                <p:cNvSpPr txBox="1"/>
                <p:nvPr/>
              </p:nvSpPr>
              <p:spPr>
                <a:xfrm>
                  <a:off x="3281129" y="3078541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6" name="TextBox 435"/>
                <p:cNvSpPr txBox="1"/>
                <p:nvPr/>
              </p:nvSpPr>
              <p:spPr>
                <a:xfrm>
                  <a:off x="2944319" y="3091298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437" name="TextBox 436"/>
                <p:cNvSpPr txBox="1"/>
                <p:nvPr/>
              </p:nvSpPr>
              <p:spPr>
                <a:xfrm>
                  <a:off x="3785052" y="2504042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8" name="TextBox 437"/>
                <p:cNvSpPr txBox="1"/>
                <p:nvPr/>
              </p:nvSpPr>
              <p:spPr>
                <a:xfrm>
                  <a:off x="5050647" y="3170874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439" name="TextBox 438"/>
                <p:cNvSpPr txBox="1"/>
                <p:nvPr/>
              </p:nvSpPr>
              <p:spPr>
                <a:xfrm>
                  <a:off x="4476372" y="3782695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3</a:t>
                  </a:r>
                  <a:endParaRPr lang="ko-KR" altLang="en-US" sz="1200" dirty="0"/>
                </a:p>
              </p:txBody>
            </p:sp>
            <p:sp>
              <p:nvSpPr>
                <p:cNvPr id="83" name="TextBox 82"/>
                <p:cNvSpPr txBox="1"/>
                <p:nvPr/>
              </p:nvSpPr>
              <p:spPr>
                <a:xfrm>
                  <a:off x="5791200" y="4343400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4</a:t>
                  </a:r>
                  <a:endParaRPr lang="ko-KR" altLang="en-US" sz="1200" dirty="0"/>
                </a:p>
              </p:txBody>
            </p:sp>
            <p:sp>
              <p:nvSpPr>
                <p:cNvPr id="84" name="TextBox 83"/>
                <p:cNvSpPr txBox="1"/>
                <p:nvPr/>
              </p:nvSpPr>
              <p:spPr>
                <a:xfrm>
                  <a:off x="3991786" y="2075431"/>
                  <a:ext cx="9778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vert="horz" wrap="none" lIns="0" tIns="0" rIns="0" bIns="0" rtlCol="0" anchor="ctr">
                  <a:spAutoFit/>
                </a:bodyPr>
                <a:lstStyle/>
                <a:p>
                  <a:r>
                    <a:rPr lang="en-US" altLang="ko-KR" sz="1200"/>
                    <a:t>2</a:t>
                  </a:r>
                  <a:endParaRPr lang="ko-KR" altLang="en-US" sz="1200" dirty="0"/>
                </a:p>
              </p:txBody>
            </p:sp>
          </p:grp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1B150799-E835-497D-8C36-AD862E4D95F8}"/>
                  </a:ext>
                </a:extLst>
              </p:cNvPr>
              <p:cNvSpPr txBox="1"/>
              <p:nvPr/>
            </p:nvSpPr>
            <p:spPr>
              <a:xfrm>
                <a:off x="1707262" y="5299334"/>
                <a:ext cx="478016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/>
                  <a:t>RP(7)</a:t>
                </a:r>
                <a:endParaRPr lang="en-US" sz="800" dirty="0"/>
              </a:p>
            </p:txBody>
          </p:sp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E3AAC541-6EB2-4BE7-A436-2833121DC6A9}"/>
                  </a:ext>
                </a:extLst>
              </p:cNvPr>
              <p:cNvSpPr txBox="1"/>
              <p:nvPr/>
            </p:nvSpPr>
            <p:spPr>
              <a:xfrm>
                <a:off x="5817323" y="2502363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RE(1, 1, 3)</a:t>
                </a:r>
                <a:endParaRPr lang="en-US" sz="8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CB7B0D21-EEEC-4288-B83E-E614E6900964}"/>
                  </a:ext>
                </a:extLst>
              </p:cNvPr>
              <p:cNvSpPr txBox="1"/>
              <p:nvPr/>
            </p:nvSpPr>
            <p:spPr>
              <a:xfrm>
                <a:off x="2862954" y="1814512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RE(1, 1, 2)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2D42B01-3368-49D4-A73E-9EE12A017599}"/>
                  </a:ext>
                </a:extLst>
              </p:cNvPr>
              <p:cNvSpPr txBox="1"/>
              <p:nvPr/>
            </p:nvSpPr>
            <p:spPr>
              <a:xfrm>
                <a:off x="5140986" y="1678335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RE(0, 0, 0)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C57AE0B-0838-4EAF-B390-3FCB440AE45F}"/>
                  </a:ext>
                </a:extLst>
              </p:cNvPr>
              <p:cNvSpPr txBox="1"/>
              <p:nvPr/>
            </p:nvSpPr>
            <p:spPr>
              <a:xfrm>
                <a:off x="1336784" y="2847684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RE(2, 2, 6)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E975747B-7B0D-4E26-8B59-6847F719F0EB}"/>
                  </a:ext>
                </a:extLst>
              </p:cNvPr>
              <p:cNvSpPr txBox="1"/>
              <p:nvPr/>
            </p:nvSpPr>
            <p:spPr>
              <a:xfrm>
                <a:off x="2993211" y="4353878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RE(2, 2, 6)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267892CE-4F90-495E-99AF-0C069077AD2C}"/>
                  </a:ext>
                </a:extLst>
              </p:cNvPr>
              <p:cNvSpPr txBox="1"/>
              <p:nvPr/>
            </p:nvSpPr>
            <p:spPr>
              <a:xfrm>
                <a:off x="5181600" y="4532563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RE(4, 2, 7)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52F487E-5C66-4E87-AD46-32429968CB2E}"/>
                  </a:ext>
                </a:extLst>
              </p:cNvPr>
              <p:cNvSpPr txBox="1"/>
              <p:nvPr/>
            </p:nvSpPr>
            <p:spPr>
              <a:xfrm>
                <a:off x="6740788" y="3667545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RE(6, 2, 6)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623D718-733F-4B4E-95D4-B2B7EC53B6B8}"/>
                  </a:ext>
                </a:extLst>
              </p:cNvPr>
              <p:cNvSpPr txBox="1"/>
              <p:nvPr/>
            </p:nvSpPr>
            <p:spPr>
              <a:xfrm>
                <a:off x="1114099" y="4727025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RE(3, 3, 9)</a:t>
                </a:r>
                <a:endParaRPr lang="en-US" sz="1000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D9FB9B9-4A90-4905-B2F7-09BF49E92F19}"/>
                  </a:ext>
                </a:extLst>
              </p:cNvPr>
              <p:cNvSpPr txBox="1"/>
              <p:nvPr/>
            </p:nvSpPr>
            <p:spPr>
              <a:xfrm>
                <a:off x="4423059" y="2908756"/>
                <a:ext cx="758541" cy="215444"/>
              </a:xfrm>
              <a:prstGeom prst="rect">
                <a:avLst/>
              </a:prstGeom>
            </p:spPr>
            <p:txBody>
              <a:bodyPr vert="horz" wrap="none" lIns="91440" tIns="45720" rIns="91440" bIns="45720" rtlCol="0" anchor="ctr">
                <a:spAutoFit/>
              </a:bodyPr>
              <a:lstStyle/>
              <a:p>
                <a:r>
                  <a:rPr lang="en-US" sz="800">
                    <a:solidFill>
                      <a:srgbClr val="FF0000"/>
                    </a:solidFill>
                  </a:rPr>
                  <a:t>RE(1, 1, 4)</a:t>
                </a:r>
                <a:endParaRPr lang="en-US" sz="800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0115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98D04C8-E0E8-4B73-9974-43B77B25C354}"/>
              </a:ext>
            </a:extLst>
          </p:cNvPr>
          <p:cNvGrpSpPr/>
          <p:nvPr/>
        </p:nvGrpSpPr>
        <p:grpSpPr>
          <a:xfrm>
            <a:off x="1114099" y="1353738"/>
            <a:ext cx="6385230" cy="4185291"/>
            <a:chOff x="1114099" y="1353738"/>
            <a:chExt cx="6385230" cy="418529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DF40DB0-0F30-4F79-AF1E-426F3B754CCF}"/>
                </a:ext>
              </a:extLst>
            </p:cNvPr>
            <p:cNvGrpSpPr/>
            <p:nvPr/>
          </p:nvGrpSpPr>
          <p:grpSpPr>
            <a:xfrm>
              <a:off x="1791687" y="1600200"/>
              <a:ext cx="5145284" cy="3479292"/>
              <a:chOff x="1791687" y="1600200"/>
              <a:chExt cx="5145284" cy="3479292"/>
            </a:xfrm>
          </p:grpSpPr>
          <p:sp>
            <p:nvSpPr>
              <p:cNvPr id="5" name="타원 4"/>
              <p:cNvSpPr/>
              <p:nvPr/>
            </p:nvSpPr>
            <p:spPr>
              <a:xfrm>
                <a:off x="4724400" y="160020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1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타원 5"/>
              <p:cNvSpPr/>
              <p:nvPr/>
            </p:nvSpPr>
            <p:spPr>
              <a:xfrm>
                <a:off x="4109222" y="302995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4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타원 6"/>
              <p:cNvSpPr/>
              <p:nvPr/>
            </p:nvSpPr>
            <p:spPr>
              <a:xfrm>
                <a:off x="1827777" y="304619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3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타원 7"/>
              <p:cNvSpPr/>
              <p:nvPr/>
            </p:nvSpPr>
            <p:spPr>
              <a:xfrm>
                <a:off x="1837944" y="4622292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7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타원 8"/>
              <p:cNvSpPr/>
              <p:nvPr/>
            </p:nvSpPr>
            <p:spPr>
              <a:xfrm>
                <a:off x="3019925" y="3750221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5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타원 16"/>
              <p:cNvSpPr/>
              <p:nvPr/>
            </p:nvSpPr>
            <p:spPr>
              <a:xfrm>
                <a:off x="5783580" y="273405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타원 17"/>
              <p:cNvSpPr/>
              <p:nvPr/>
            </p:nvSpPr>
            <p:spPr>
              <a:xfrm>
                <a:off x="4786174" y="4315097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9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타원 18"/>
              <p:cNvSpPr/>
              <p:nvPr/>
            </p:nvSpPr>
            <p:spPr>
              <a:xfrm>
                <a:off x="6479771" y="380390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8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타원 27"/>
              <p:cNvSpPr/>
              <p:nvPr/>
            </p:nvSpPr>
            <p:spPr>
              <a:xfrm>
                <a:off x="2944368" y="204216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2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직선 연결선 31"/>
              <p:cNvCxnSpPr/>
              <p:nvPr/>
            </p:nvCxnSpPr>
            <p:spPr>
              <a:xfrm flipV="1">
                <a:off x="3472941" y="1827495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/>
              <p:cNvSpPr txBox="1"/>
              <p:nvPr/>
            </p:nvSpPr>
            <p:spPr>
              <a:xfrm>
                <a:off x="3949315" y="17861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cxnSp>
            <p:nvCxnSpPr>
              <p:cNvPr id="139" name="직선 연결선 138"/>
              <p:cNvCxnSpPr/>
              <p:nvPr/>
            </p:nvCxnSpPr>
            <p:spPr>
              <a:xfrm flipV="1">
                <a:off x="3429000" y="1905000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/>
              <p:nvPr/>
            </p:nvCxnSpPr>
            <p:spPr>
              <a:xfrm flipV="1">
                <a:off x="2248662" y="2429344"/>
                <a:ext cx="659129" cy="57755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V="1">
                <a:off x="2286000" y="2470876"/>
                <a:ext cx="671030" cy="57712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V="1">
                <a:off x="1958600" y="3632385"/>
                <a:ext cx="16351" cy="9061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V="1">
                <a:off x="2040709" y="3667545"/>
                <a:ext cx="22135" cy="85076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 flipV="1">
                <a:off x="2342807" y="3441430"/>
                <a:ext cx="589881" cy="4931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 flipV="1">
                <a:off x="2411012" y="3405889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 flipV="1">
                <a:off x="3438145" y="2475959"/>
                <a:ext cx="748768" cy="48060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>
                <a:off x="3394472" y="2514644"/>
                <a:ext cx="715966" cy="461967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4447491" y="2152653"/>
                <a:ext cx="334974" cy="76205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V="1">
                <a:off x="4495800" y="2245801"/>
                <a:ext cx="331316" cy="7107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flipH="1" flipV="1">
                <a:off x="5158772" y="2122379"/>
                <a:ext cx="632428" cy="6208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직선 연결선 176"/>
              <p:cNvCxnSpPr/>
              <p:nvPr/>
            </p:nvCxnSpPr>
            <p:spPr>
              <a:xfrm>
                <a:off x="5198658" y="2050689"/>
                <a:ext cx="613221" cy="59099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>
                <a:cxnSpLocks/>
              </p:cNvCxnSpPr>
              <p:nvPr/>
            </p:nvCxnSpPr>
            <p:spPr>
              <a:xfrm flipV="1">
                <a:off x="3498997" y="3415514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3573610" y="3426154"/>
                <a:ext cx="541757" cy="45277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/>
              <p:cNvCxnSpPr>
                <a:cxnSpLocks/>
              </p:cNvCxnSpPr>
              <p:nvPr/>
            </p:nvCxnSpPr>
            <p:spPr>
              <a:xfrm flipH="1">
                <a:off x="4680691" y="2963008"/>
                <a:ext cx="928801" cy="20024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직선 연결선 189"/>
              <p:cNvCxnSpPr/>
              <p:nvPr/>
            </p:nvCxnSpPr>
            <p:spPr>
              <a:xfrm flipV="1">
                <a:off x="4667265" y="3024552"/>
                <a:ext cx="963916" cy="21259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 flipV="1">
                <a:off x="6247336" y="3192267"/>
                <a:ext cx="467592" cy="5255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직선 연결선 195"/>
              <p:cNvCxnSpPr>
                <a:cxnSpLocks/>
              </p:cNvCxnSpPr>
              <p:nvPr/>
            </p:nvCxnSpPr>
            <p:spPr>
              <a:xfrm>
                <a:off x="6173114" y="3222866"/>
                <a:ext cx="467592" cy="5021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V="1">
                <a:off x="5382879" y="4166484"/>
                <a:ext cx="998239" cy="25113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직선 연결선 209"/>
              <p:cNvCxnSpPr/>
              <p:nvPr/>
            </p:nvCxnSpPr>
            <p:spPr>
              <a:xfrm flipH="1">
                <a:off x="5369291" y="4109083"/>
                <a:ext cx="1025416" cy="26247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>
                <a:off x="4562717" y="3523521"/>
                <a:ext cx="390283" cy="66747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 flipV="1">
                <a:off x="4498065" y="3576469"/>
                <a:ext cx="385945" cy="6534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직선 연결선 287"/>
              <p:cNvCxnSpPr/>
              <p:nvPr/>
            </p:nvCxnSpPr>
            <p:spPr>
              <a:xfrm>
                <a:off x="3588290" y="4118739"/>
                <a:ext cx="1069768" cy="37433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 flipV="1">
                <a:off x="3583005" y="4184065"/>
                <a:ext cx="1055897" cy="3699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직선 연결선 326"/>
              <p:cNvCxnSpPr/>
              <p:nvPr/>
            </p:nvCxnSpPr>
            <p:spPr>
              <a:xfrm flipH="1">
                <a:off x="2317124" y="4202807"/>
                <a:ext cx="692828" cy="47996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직선 연결선 327"/>
              <p:cNvCxnSpPr/>
              <p:nvPr/>
            </p:nvCxnSpPr>
            <p:spPr>
              <a:xfrm flipV="1">
                <a:off x="2356608" y="4258959"/>
                <a:ext cx="671553" cy="46806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직선 연결선 342"/>
              <p:cNvCxnSpPr/>
              <p:nvPr/>
            </p:nvCxnSpPr>
            <p:spPr>
              <a:xfrm flipH="1">
                <a:off x="5219844" y="3191256"/>
                <a:ext cx="647556" cy="98058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직선 연결선 345"/>
              <p:cNvCxnSpPr/>
              <p:nvPr/>
            </p:nvCxnSpPr>
            <p:spPr>
              <a:xfrm flipV="1">
                <a:off x="5264887" y="3294615"/>
                <a:ext cx="631711" cy="9353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TextBox 353"/>
              <p:cNvSpPr txBox="1"/>
              <p:nvPr/>
            </p:nvSpPr>
            <p:spPr>
              <a:xfrm>
                <a:off x="4450096" y="23785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55" name="TextBox 354"/>
              <p:cNvSpPr txBox="1"/>
              <p:nvPr/>
            </p:nvSpPr>
            <p:spPr>
              <a:xfrm>
                <a:off x="3631959" y="275050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6" name="TextBox 355"/>
              <p:cNvSpPr txBox="1"/>
              <p:nvPr/>
            </p:nvSpPr>
            <p:spPr>
              <a:xfrm>
                <a:off x="3672846" y="3398644"/>
                <a:ext cx="141143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5043202" y="2848976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8" name="TextBox 357"/>
              <p:cNvSpPr txBox="1"/>
              <p:nvPr/>
            </p:nvSpPr>
            <p:spPr>
              <a:xfrm>
                <a:off x="1791687" y="394224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cxnSp>
            <p:nvCxnSpPr>
              <p:cNvPr id="376" name="직선 연결선 375"/>
              <p:cNvCxnSpPr/>
              <p:nvPr/>
            </p:nvCxnSpPr>
            <p:spPr>
              <a:xfrm>
                <a:off x="3129641" y="2613306"/>
                <a:ext cx="29374" cy="10746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직선 연결선 378"/>
              <p:cNvCxnSpPr/>
              <p:nvPr/>
            </p:nvCxnSpPr>
            <p:spPr>
              <a:xfrm flipH="1" flipV="1">
                <a:off x="3211008" y="2670846"/>
                <a:ext cx="22041" cy="10069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" name="TextBox 390"/>
              <p:cNvSpPr txBox="1"/>
              <p:nvPr/>
            </p:nvSpPr>
            <p:spPr>
              <a:xfrm>
                <a:off x="2427880" y="255138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2" name="TextBox 391"/>
              <p:cNvSpPr txBox="1"/>
              <p:nvPr/>
            </p:nvSpPr>
            <p:spPr>
              <a:xfrm>
                <a:off x="2626603" y="281774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3" name="TextBox 392"/>
              <p:cNvSpPr txBox="1"/>
              <p:nvPr/>
            </p:nvSpPr>
            <p:spPr>
              <a:xfrm>
                <a:off x="5543024" y="216215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4" name="TextBox 393"/>
              <p:cNvSpPr txBox="1"/>
              <p:nvPr/>
            </p:nvSpPr>
            <p:spPr>
              <a:xfrm>
                <a:off x="5302335" y="23864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5783204" y="403079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6" name="TextBox 395"/>
              <p:cNvSpPr txBox="1"/>
              <p:nvPr/>
            </p:nvSpPr>
            <p:spPr>
              <a:xfrm>
                <a:off x="4786329" y="365788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7" name="TextBox 396"/>
              <p:cNvSpPr txBox="1"/>
              <p:nvPr/>
            </p:nvSpPr>
            <p:spPr>
              <a:xfrm>
                <a:off x="4089142" y="408094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1" name="TextBox 400"/>
              <p:cNvSpPr txBox="1"/>
              <p:nvPr/>
            </p:nvSpPr>
            <p:spPr>
              <a:xfrm>
                <a:off x="2529892" y="42934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2" name="TextBox 401"/>
              <p:cNvSpPr txBox="1"/>
              <p:nvPr/>
            </p:nvSpPr>
            <p:spPr>
              <a:xfrm>
                <a:off x="2698137" y="449513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403" name="TextBox 402"/>
              <p:cNvSpPr txBox="1"/>
              <p:nvPr/>
            </p:nvSpPr>
            <p:spPr>
              <a:xfrm>
                <a:off x="2087385" y="392441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08" name="TextBox 407"/>
              <p:cNvSpPr txBox="1"/>
              <p:nvPr/>
            </p:nvSpPr>
            <p:spPr>
              <a:xfrm>
                <a:off x="4750724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9" name="TextBox 408"/>
              <p:cNvSpPr txBox="1"/>
              <p:nvPr/>
            </p:nvSpPr>
            <p:spPr>
              <a:xfrm>
                <a:off x="5425895" y="3505559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10" name="TextBox 409"/>
              <p:cNvSpPr txBox="1"/>
              <p:nvPr/>
            </p:nvSpPr>
            <p:spPr>
              <a:xfrm>
                <a:off x="5719539" y="36190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20" name="TextBox 419"/>
              <p:cNvSpPr txBox="1"/>
              <p:nvPr/>
            </p:nvSpPr>
            <p:spPr>
              <a:xfrm>
                <a:off x="6479207" y="3248863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21" name="TextBox 420"/>
              <p:cNvSpPr txBox="1"/>
              <p:nvPr/>
            </p:nvSpPr>
            <p:spPr>
              <a:xfrm>
                <a:off x="6276534" y="347101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0" name="TextBox 429"/>
              <p:cNvSpPr txBox="1"/>
              <p:nvPr/>
            </p:nvSpPr>
            <p:spPr>
              <a:xfrm>
                <a:off x="3991678" y="4387695"/>
                <a:ext cx="84696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3865170" y="3678964"/>
                <a:ext cx="16491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3" name="TextBox 432"/>
              <p:cNvSpPr txBox="1"/>
              <p:nvPr/>
            </p:nvSpPr>
            <p:spPr>
              <a:xfrm>
                <a:off x="2651646" y="343878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4" name="TextBox 433"/>
              <p:cNvSpPr txBox="1"/>
              <p:nvPr/>
            </p:nvSpPr>
            <p:spPr>
              <a:xfrm>
                <a:off x="2510194" y="367775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5" name="TextBox 434"/>
              <p:cNvSpPr txBox="1"/>
              <p:nvPr/>
            </p:nvSpPr>
            <p:spPr>
              <a:xfrm>
                <a:off x="3281129" y="307854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6" name="TextBox 435"/>
              <p:cNvSpPr txBox="1"/>
              <p:nvPr/>
            </p:nvSpPr>
            <p:spPr>
              <a:xfrm>
                <a:off x="2944319" y="309129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7" name="TextBox 436"/>
              <p:cNvSpPr txBox="1"/>
              <p:nvPr/>
            </p:nvSpPr>
            <p:spPr>
              <a:xfrm>
                <a:off x="3785052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8" name="TextBox 437"/>
              <p:cNvSpPr txBox="1"/>
              <p:nvPr/>
            </p:nvSpPr>
            <p:spPr>
              <a:xfrm>
                <a:off x="5050647" y="31708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9" name="TextBox 438"/>
              <p:cNvSpPr txBox="1"/>
              <p:nvPr/>
            </p:nvSpPr>
            <p:spPr>
              <a:xfrm>
                <a:off x="4476372" y="378269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5791200" y="434340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84" name="TextBox 83"/>
              <p:cNvSpPr txBox="1"/>
              <p:nvPr/>
            </p:nvSpPr>
            <p:spPr>
              <a:xfrm>
                <a:off x="3991786" y="207543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0474B5C-4089-4C20-AD25-288D0C7F14F2}"/>
                </a:ext>
              </a:extLst>
            </p:cNvPr>
            <p:cNvSpPr/>
            <p:nvPr/>
          </p:nvSpPr>
          <p:spPr bwMode="auto">
            <a:xfrm rot="2005373">
              <a:off x="1123057" y="1353738"/>
              <a:ext cx="3002232" cy="4185291"/>
            </a:xfrm>
            <a:prstGeom prst="ellipse">
              <a:avLst/>
            </a:pr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굴림" pitchFamily="50" charset="-127"/>
              </a:endParaRP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1B150799-E835-497D-8C36-AD862E4D95F8}"/>
                </a:ext>
              </a:extLst>
            </p:cNvPr>
            <p:cNvSpPr txBox="1"/>
            <p:nvPr/>
          </p:nvSpPr>
          <p:spPr>
            <a:xfrm>
              <a:off x="1574879" y="2325317"/>
              <a:ext cx="1065412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/>
                <a:t>RP(7,3)</a:t>
              </a:r>
              <a:endParaRPr lang="en-US" sz="800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3AAC541-6EB2-4BE7-A436-2833121DC6A9}"/>
                </a:ext>
              </a:extLst>
            </p:cNvPr>
            <p:cNvSpPr txBox="1"/>
            <p:nvPr/>
          </p:nvSpPr>
          <p:spPr>
            <a:xfrm>
              <a:off x="5817323" y="2434086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3)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B7B0D21-EEEC-4288-B83E-E614E6900964}"/>
                </a:ext>
              </a:extLst>
            </p:cNvPr>
            <p:cNvSpPr txBox="1"/>
            <p:nvPr/>
          </p:nvSpPr>
          <p:spPr>
            <a:xfrm>
              <a:off x="2862954" y="1746235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2)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D42B01-3368-49D4-A73E-9EE12A017599}"/>
                </a:ext>
              </a:extLst>
            </p:cNvPr>
            <p:cNvSpPr txBox="1"/>
            <p:nvPr/>
          </p:nvSpPr>
          <p:spPr>
            <a:xfrm>
              <a:off x="5140986" y="1610058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RE(0, 0, 0)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C57AE0B-0838-4EAF-B390-3FCB440AE45F}"/>
                </a:ext>
              </a:extLst>
            </p:cNvPr>
            <p:cNvSpPr txBox="1"/>
            <p:nvPr/>
          </p:nvSpPr>
          <p:spPr>
            <a:xfrm>
              <a:off x="1336784" y="2779407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975747B-7B0D-4E26-8B59-6847F719F0EB}"/>
                </a:ext>
              </a:extLst>
            </p:cNvPr>
            <p:cNvSpPr txBox="1"/>
            <p:nvPr/>
          </p:nvSpPr>
          <p:spPr>
            <a:xfrm>
              <a:off x="2993211" y="4285601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67892CE-4F90-495E-99AF-0C069077AD2C}"/>
                </a:ext>
              </a:extLst>
            </p:cNvPr>
            <p:cNvSpPr txBox="1"/>
            <p:nvPr/>
          </p:nvSpPr>
          <p:spPr>
            <a:xfrm>
              <a:off x="5181600" y="4464286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RE(4, 2, 7)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52F487E-5C66-4E87-AD46-32429968CB2E}"/>
                </a:ext>
              </a:extLst>
            </p:cNvPr>
            <p:cNvSpPr txBox="1"/>
            <p:nvPr/>
          </p:nvSpPr>
          <p:spPr>
            <a:xfrm>
              <a:off x="6740788" y="3599268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RE(6,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623D718-733F-4B4E-95D4-B2B7EC53B6B8}"/>
                </a:ext>
              </a:extLst>
            </p:cNvPr>
            <p:cNvSpPr txBox="1"/>
            <p:nvPr/>
          </p:nvSpPr>
          <p:spPr>
            <a:xfrm>
              <a:off x="1114099" y="4658748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RE(3, 3, 9)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A4E68ADD-9FDA-4672-9124-D9781814CD04}"/>
                </a:ext>
              </a:extLst>
            </p:cNvPr>
            <p:cNvSpPr txBox="1"/>
            <p:nvPr/>
          </p:nvSpPr>
          <p:spPr>
            <a:xfrm>
              <a:off x="4423059" y="2840479"/>
              <a:ext cx="758541" cy="215444"/>
            </a:xfrm>
            <a:prstGeom prst="rect">
              <a:avLst/>
            </a:prstGeom>
          </p:spPr>
          <p:txBody>
            <a:bodyPr vert="horz" wrap="squar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4)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3310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DF40DB0-0F30-4F79-AF1E-426F3B754CCF}"/>
              </a:ext>
            </a:extLst>
          </p:cNvPr>
          <p:cNvGrpSpPr/>
          <p:nvPr/>
        </p:nvGrpSpPr>
        <p:grpSpPr>
          <a:xfrm>
            <a:off x="1791687" y="1600200"/>
            <a:ext cx="5145284" cy="3479292"/>
            <a:chOff x="1791687" y="1600200"/>
            <a:chExt cx="514528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2" name="직선 연결선 31"/>
            <p:cNvCxnSpPr/>
            <p:nvPr/>
          </p:nvCxnSpPr>
          <p:spPr>
            <a:xfrm flipV="1">
              <a:off x="3472941" y="1827495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3" name="TextBox 212"/>
            <p:cNvSpPr txBox="1"/>
            <p:nvPr/>
          </p:nvSpPr>
          <p:spPr>
            <a:xfrm>
              <a:off x="3949315" y="17861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cxnSp>
          <p:nvCxnSpPr>
            <p:cNvPr id="139" name="직선 연결선 138"/>
            <p:cNvCxnSpPr/>
            <p:nvPr/>
          </p:nvCxnSpPr>
          <p:spPr>
            <a:xfrm flipV="1">
              <a:off x="3429000" y="1905000"/>
              <a:ext cx="1165961" cy="3032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직선 연결선 141"/>
            <p:cNvCxnSpPr/>
            <p:nvPr/>
          </p:nvCxnSpPr>
          <p:spPr>
            <a:xfrm flipV="1">
              <a:off x="2248662" y="2429344"/>
              <a:ext cx="659129" cy="577552"/>
            </a:xfrm>
            <a:prstGeom prst="line">
              <a:avLst/>
            </a:prstGeom>
            <a:solidFill>
              <a:schemeClr val="bg1"/>
            </a:solidFill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V="1">
              <a:off x="2286000" y="2470876"/>
              <a:ext cx="671030" cy="57712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직선 연결선 147"/>
            <p:cNvCxnSpPr/>
            <p:nvPr/>
          </p:nvCxnSpPr>
          <p:spPr>
            <a:xfrm flipV="1">
              <a:off x="1958600" y="3632385"/>
              <a:ext cx="16351" cy="906139"/>
            </a:xfrm>
            <a:prstGeom prst="line">
              <a:avLst/>
            </a:prstGeom>
            <a:solidFill>
              <a:schemeClr val="bg1"/>
            </a:solidFill>
            <a:ln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V="1">
              <a:off x="2040709" y="3667545"/>
              <a:ext cx="22135" cy="85076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 flipV="1">
              <a:off x="2342807" y="3441430"/>
              <a:ext cx="589881" cy="4931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2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직선 연결선 154"/>
            <p:cNvCxnSpPr/>
            <p:nvPr/>
          </p:nvCxnSpPr>
          <p:spPr>
            <a:xfrm flipH="1" flipV="1">
              <a:off x="2411012" y="3405889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 flipV="1">
              <a:off x="3438145" y="2475959"/>
              <a:ext cx="748768" cy="48060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직선 연결선 164"/>
            <p:cNvCxnSpPr/>
            <p:nvPr/>
          </p:nvCxnSpPr>
          <p:spPr>
            <a:xfrm>
              <a:off x="3394472" y="2514644"/>
              <a:ext cx="715966" cy="461967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직선 연결선 167"/>
            <p:cNvCxnSpPr/>
            <p:nvPr/>
          </p:nvCxnSpPr>
          <p:spPr>
            <a:xfrm flipH="1">
              <a:off x="4447491" y="2152653"/>
              <a:ext cx="334974" cy="76205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직선 연결선 170"/>
            <p:cNvCxnSpPr/>
            <p:nvPr/>
          </p:nvCxnSpPr>
          <p:spPr>
            <a:xfrm flipV="1">
              <a:off x="4495800" y="2245801"/>
              <a:ext cx="331316" cy="7107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직선 연결선 173"/>
            <p:cNvCxnSpPr/>
            <p:nvPr/>
          </p:nvCxnSpPr>
          <p:spPr>
            <a:xfrm flipH="1" flipV="1">
              <a:off x="5158772" y="2122379"/>
              <a:ext cx="632428" cy="62082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직선 연결선 176"/>
            <p:cNvCxnSpPr/>
            <p:nvPr/>
          </p:nvCxnSpPr>
          <p:spPr>
            <a:xfrm>
              <a:off x="5198658" y="2050689"/>
              <a:ext cx="613221" cy="590992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/>
            <p:cNvCxnSpPr>
              <a:cxnSpLocks/>
            </p:cNvCxnSpPr>
            <p:nvPr/>
          </p:nvCxnSpPr>
          <p:spPr>
            <a:xfrm flipV="1">
              <a:off x="3498997" y="3415514"/>
              <a:ext cx="535029" cy="43517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/>
            <p:cNvCxnSpPr/>
            <p:nvPr/>
          </p:nvCxnSpPr>
          <p:spPr>
            <a:xfrm flipH="1">
              <a:off x="3573610" y="3426154"/>
              <a:ext cx="541757" cy="45277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/>
            <p:cNvCxnSpPr>
              <a:cxnSpLocks/>
            </p:cNvCxnSpPr>
            <p:nvPr/>
          </p:nvCxnSpPr>
          <p:spPr>
            <a:xfrm flipH="1">
              <a:off x="4680691" y="2963008"/>
              <a:ext cx="928801" cy="20024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직선 연결선 189"/>
            <p:cNvCxnSpPr/>
            <p:nvPr/>
          </p:nvCxnSpPr>
          <p:spPr>
            <a:xfrm flipV="1">
              <a:off x="4667265" y="3024552"/>
              <a:ext cx="963916" cy="21259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직선 연결선 192"/>
            <p:cNvCxnSpPr/>
            <p:nvPr/>
          </p:nvCxnSpPr>
          <p:spPr>
            <a:xfrm flipH="1" flipV="1">
              <a:off x="6247336" y="3192267"/>
              <a:ext cx="467592" cy="52553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>
              <a:cxnSpLocks/>
            </p:cNvCxnSpPr>
            <p:nvPr/>
          </p:nvCxnSpPr>
          <p:spPr>
            <a:xfrm>
              <a:off x="6173114" y="3222866"/>
              <a:ext cx="467592" cy="5021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직선 연결선 205"/>
            <p:cNvCxnSpPr/>
            <p:nvPr/>
          </p:nvCxnSpPr>
          <p:spPr>
            <a:xfrm flipV="1">
              <a:off x="5382879" y="4166484"/>
              <a:ext cx="998239" cy="251131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직선 연결선 209"/>
            <p:cNvCxnSpPr/>
            <p:nvPr/>
          </p:nvCxnSpPr>
          <p:spPr>
            <a:xfrm flipH="1">
              <a:off x="5369291" y="4109083"/>
              <a:ext cx="1025416" cy="26247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직선 연결선 214"/>
            <p:cNvCxnSpPr/>
            <p:nvPr/>
          </p:nvCxnSpPr>
          <p:spPr>
            <a:xfrm>
              <a:off x="4562717" y="3523521"/>
              <a:ext cx="390283" cy="66747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직선 연결선 215"/>
            <p:cNvCxnSpPr/>
            <p:nvPr/>
          </p:nvCxnSpPr>
          <p:spPr>
            <a:xfrm flipH="1" flipV="1">
              <a:off x="4498065" y="3576469"/>
              <a:ext cx="385945" cy="65346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직선 연결선 287"/>
            <p:cNvCxnSpPr/>
            <p:nvPr/>
          </p:nvCxnSpPr>
          <p:spPr>
            <a:xfrm>
              <a:off x="3588290" y="4118739"/>
              <a:ext cx="1069768" cy="374335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flipH="1" flipV="1">
              <a:off x="3583005" y="4184065"/>
              <a:ext cx="1055897" cy="3699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직선 연결선 326"/>
            <p:cNvCxnSpPr/>
            <p:nvPr/>
          </p:nvCxnSpPr>
          <p:spPr>
            <a:xfrm flipH="1">
              <a:off x="2317124" y="4202807"/>
              <a:ext cx="692828" cy="47996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직선 연결선 327"/>
            <p:cNvCxnSpPr/>
            <p:nvPr/>
          </p:nvCxnSpPr>
          <p:spPr>
            <a:xfrm flipV="1">
              <a:off x="2356608" y="4258959"/>
              <a:ext cx="671553" cy="468066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직선 연결선 342"/>
            <p:cNvCxnSpPr/>
            <p:nvPr/>
          </p:nvCxnSpPr>
          <p:spPr>
            <a:xfrm flipH="1">
              <a:off x="5219844" y="3191256"/>
              <a:ext cx="647556" cy="980580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직선 연결선 345"/>
            <p:cNvCxnSpPr/>
            <p:nvPr/>
          </p:nvCxnSpPr>
          <p:spPr>
            <a:xfrm flipV="1">
              <a:off x="5264887" y="3294615"/>
              <a:ext cx="631711" cy="93531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4" name="TextBox 353"/>
            <p:cNvSpPr txBox="1"/>
            <p:nvPr/>
          </p:nvSpPr>
          <p:spPr>
            <a:xfrm>
              <a:off x="4450096" y="23785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3631959" y="275050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6" name="TextBox 355"/>
            <p:cNvSpPr txBox="1"/>
            <p:nvPr/>
          </p:nvSpPr>
          <p:spPr>
            <a:xfrm>
              <a:off x="3672846" y="3398644"/>
              <a:ext cx="141143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5043202" y="2848976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1791687" y="394224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cxnSp>
          <p:nvCxnSpPr>
            <p:cNvPr id="376" name="직선 연결선 375"/>
            <p:cNvCxnSpPr/>
            <p:nvPr/>
          </p:nvCxnSpPr>
          <p:spPr>
            <a:xfrm>
              <a:off x="3129641" y="2613306"/>
              <a:ext cx="29374" cy="1074684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직선 연결선 378"/>
            <p:cNvCxnSpPr/>
            <p:nvPr/>
          </p:nvCxnSpPr>
          <p:spPr>
            <a:xfrm flipH="1" flipV="1">
              <a:off x="3211008" y="2670846"/>
              <a:ext cx="22041" cy="1006909"/>
            </a:xfrm>
            <a:prstGeom prst="lin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1" name="TextBox 390"/>
            <p:cNvSpPr txBox="1"/>
            <p:nvPr/>
          </p:nvSpPr>
          <p:spPr>
            <a:xfrm>
              <a:off x="2427880" y="255138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2" name="TextBox 391"/>
            <p:cNvSpPr txBox="1"/>
            <p:nvPr/>
          </p:nvSpPr>
          <p:spPr>
            <a:xfrm>
              <a:off x="2626603" y="281774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5543024" y="216215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4" name="TextBox 393"/>
            <p:cNvSpPr txBox="1"/>
            <p:nvPr/>
          </p:nvSpPr>
          <p:spPr>
            <a:xfrm>
              <a:off x="5302335" y="23864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5783204" y="403079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396" name="TextBox 395"/>
            <p:cNvSpPr txBox="1"/>
            <p:nvPr/>
          </p:nvSpPr>
          <p:spPr>
            <a:xfrm>
              <a:off x="4786329" y="365788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397" name="TextBox 396"/>
            <p:cNvSpPr txBox="1"/>
            <p:nvPr/>
          </p:nvSpPr>
          <p:spPr>
            <a:xfrm>
              <a:off x="4089142" y="408094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1" name="TextBox 400"/>
            <p:cNvSpPr txBox="1"/>
            <p:nvPr/>
          </p:nvSpPr>
          <p:spPr>
            <a:xfrm>
              <a:off x="2529892" y="429345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2" name="TextBox 401"/>
            <p:cNvSpPr txBox="1"/>
            <p:nvPr/>
          </p:nvSpPr>
          <p:spPr>
            <a:xfrm>
              <a:off x="2698137" y="449513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  <p:sp>
          <p:nvSpPr>
            <p:cNvPr id="403" name="TextBox 402"/>
            <p:cNvSpPr txBox="1"/>
            <p:nvPr/>
          </p:nvSpPr>
          <p:spPr>
            <a:xfrm>
              <a:off x="2087385" y="3924417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08" name="TextBox 407"/>
            <p:cNvSpPr txBox="1"/>
            <p:nvPr/>
          </p:nvSpPr>
          <p:spPr>
            <a:xfrm>
              <a:off x="4750724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09" name="TextBox 408"/>
            <p:cNvSpPr txBox="1"/>
            <p:nvPr/>
          </p:nvSpPr>
          <p:spPr>
            <a:xfrm>
              <a:off x="5425895" y="3505559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10" name="TextBox 409"/>
            <p:cNvSpPr txBox="1"/>
            <p:nvPr/>
          </p:nvSpPr>
          <p:spPr>
            <a:xfrm>
              <a:off x="5719539" y="361909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6479207" y="3248863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6276534" y="347101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3991678" y="4387695"/>
              <a:ext cx="84696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1" name="TextBox 430"/>
            <p:cNvSpPr txBox="1"/>
            <p:nvPr/>
          </p:nvSpPr>
          <p:spPr>
            <a:xfrm>
              <a:off x="3865170" y="3678964"/>
              <a:ext cx="164911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squar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3" name="TextBox 432"/>
            <p:cNvSpPr txBox="1"/>
            <p:nvPr/>
          </p:nvSpPr>
          <p:spPr>
            <a:xfrm>
              <a:off x="2651646" y="343878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4" name="TextBox 433"/>
            <p:cNvSpPr txBox="1"/>
            <p:nvPr/>
          </p:nvSpPr>
          <p:spPr>
            <a:xfrm>
              <a:off x="2510194" y="367775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3281129" y="307854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6" name="TextBox 435"/>
            <p:cNvSpPr txBox="1"/>
            <p:nvPr/>
          </p:nvSpPr>
          <p:spPr>
            <a:xfrm>
              <a:off x="2944319" y="3091298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437" name="TextBox 436"/>
            <p:cNvSpPr txBox="1"/>
            <p:nvPr/>
          </p:nvSpPr>
          <p:spPr>
            <a:xfrm>
              <a:off x="3785052" y="2504042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5050647" y="3170874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439" name="TextBox 438"/>
            <p:cNvSpPr txBox="1"/>
            <p:nvPr/>
          </p:nvSpPr>
          <p:spPr>
            <a:xfrm>
              <a:off x="4476372" y="3782695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3</a:t>
              </a:r>
              <a:endParaRPr lang="ko-KR" altLang="en-US" sz="1200" dirty="0"/>
            </a:p>
          </p:txBody>
        </p:sp>
        <p:sp>
          <p:nvSpPr>
            <p:cNvPr id="83" name="TextBox 82"/>
            <p:cNvSpPr txBox="1"/>
            <p:nvPr/>
          </p:nvSpPr>
          <p:spPr>
            <a:xfrm>
              <a:off x="5791200" y="4343400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4</a:t>
              </a:r>
              <a:endParaRPr lang="ko-KR" altLang="en-US" sz="1200" dirty="0"/>
            </a:p>
          </p:txBody>
        </p:sp>
        <p:sp>
          <p:nvSpPr>
            <p:cNvPr id="84" name="TextBox 83"/>
            <p:cNvSpPr txBox="1"/>
            <p:nvPr/>
          </p:nvSpPr>
          <p:spPr>
            <a:xfrm>
              <a:off x="3991786" y="2075431"/>
              <a:ext cx="97784" cy="184666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wrap="none" lIns="0" tIns="0" rIns="0" bIns="0" rtlCol="0" anchor="ctr">
              <a:spAutoFit/>
            </a:bodyPr>
            <a:lstStyle/>
            <a:p>
              <a:r>
                <a:rPr lang="en-US" altLang="ko-KR" sz="1200"/>
                <a:t>2</a:t>
              </a:r>
              <a:endParaRPr lang="ko-KR" altLang="en-US" sz="1200" dirty="0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40474B5C-4089-4C20-AD25-288D0C7F14F2}"/>
              </a:ext>
            </a:extLst>
          </p:cNvPr>
          <p:cNvSpPr/>
          <p:nvPr/>
        </p:nvSpPr>
        <p:spPr bwMode="auto">
          <a:xfrm rot="3935164">
            <a:off x="2150267" y="213199"/>
            <a:ext cx="2899435" cy="4951017"/>
          </a:xfrm>
          <a:prstGeom prst="ellipse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lt"/>
              <a:ea typeface="굴림" pitchFamily="50" charset="-127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B150799-E835-497D-8C36-AD862E4D95F8}"/>
              </a:ext>
            </a:extLst>
          </p:cNvPr>
          <p:cNvSpPr txBox="1"/>
          <p:nvPr/>
        </p:nvSpPr>
        <p:spPr>
          <a:xfrm>
            <a:off x="3295912" y="1487680"/>
            <a:ext cx="683200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/>
              <a:t>RP(7,3,2)</a:t>
            </a:r>
            <a:endParaRPr lang="en-US" sz="800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3AAC541-6EB2-4BE7-A436-2833121DC6A9}"/>
              </a:ext>
            </a:extLst>
          </p:cNvPr>
          <p:cNvSpPr txBox="1"/>
          <p:nvPr/>
        </p:nvSpPr>
        <p:spPr>
          <a:xfrm>
            <a:off x="5817323" y="2502363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3)</a:t>
            </a:r>
            <a:endParaRPr lang="en-US" sz="800" dirty="0">
              <a:solidFill>
                <a:srgbClr val="FF0000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B7B0D21-EEEC-4288-B83E-E614E6900964}"/>
              </a:ext>
            </a:extLst>
          </p:cNvPr>
          <p:cNvSpPr txBox="1"/>
          <p:nvPr/>
        </p:nvSpPr>
        <p:spPr>
          <a:xfrm>
            <a:off x="2862954" y="1814512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2)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D42B01-3368-49D4-A73E-9EE12A017599}"/>
              </a:ext>
            </a:extLst>
          </p:cNvPr>
          <p:cNvSpPr txBox="1"/>
          <p:nvPr/>
        </p:nvSpPr>
        <p:spPr>
          <a:xfrm>
            <a:off x="5140986" y="167833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RE(0, 0, 0)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C57AE0B-0838-4EAF-B390-3FCB440AE45F}"/>
              </a:ext>
            </a:extLst>
          </p:cNvPr>
          <p:cNvSpPr txBox="1"/>
          <p:nvPr/>
        </p:nvSpPr>
        <p:spPr>
          <a:xfrm>
            <a:off x="1336784" y="2847684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RE(2,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975747B-7B0D-4E26-8B59-6847F719F0EB}"/>
              </a:ext>
            </a:extLst>
          </p:cNvPr>
          <p:cNvSpPr txBox="1"/>
          <p:nvPr/>
        </p:nvSpPr>
        <p:spPr>
          <a:xfrm>
            <a:off x="2993211" y="4353878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RE(2,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67892CE-4F90-495E-99AF-0C069077AD2C}"/>
              </a:ext>
            </a:extLst>
          </p:cNvPr>
          <p:cNvSpPr txBox="1"/>
          <p:nvPr/>
        </p:nvSpPr>
        <p:spPr>
          <a:xfrm>
            <a:off x="5181600" y="4532563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RE(4, 2, 7)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C52F487E-5C66-4E87-AD46-32429968CB2E}"/>
              </a:ext>
            </a:extLst>
          </p:cNvPr>
          <p:cNvSpPr txBox="1"/>
          <p:nvPr/>
        </p:nvSpPr>
        <p:spPr>
          <a:xfrm>
            <a:off x="6740788" y="366754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RE(6, 2, 6)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23D718-733F-4B4E-95D4-B2B7EC53B6B8}"/>
              </a:ext>
            </a:extLst>
          </p:cNvPr>
          <p:cNvSpPr txBox="1"/>
          <p:nvPr/>
        </p:nvSpPr>
        <p:spPr>
          <a:xfrm>
            <a:off x="1114099" y="4727025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RE(3, 3, 9)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44C9E8B-BEA2-4572-B3DB-3C229A93BC31}"/>
              </a:ext>
            </a:extLst>
          </p:cNvPr>
          <p:cNvSpPr txBox="1"/>
          <p:nvPr/>
        </p:nvSpPr>
        <p:spPr>
          <a:xfrm>
            <a:off x="4423059" y="2908756"/>
            <a:ext cx="758541" cy="215444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800">
                <a:solidFill>
                  <a:srgbClr val="FF0000"/>
                </a:solidFill>
              </a:rPr>
              <a:t>RE(1, 1, 4)</a:t>
            </a:r>
            <a:endParaRPr lang="en-US" sz="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9296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409682" y="266405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68A0B4E-B1E0-4422-B6B4-898675C786BF}"/>
              </a:ext>
            </a:extLst>
          </p:cNvPr>
          <p:cNvGrpSpPr/>
          <p:nvPr/>
        </p:nvGrpSpPr>
        <p:grpSpPr>
          <a:xfrm>
            <a:off x="1114099" y="1600200"/>
            <a:ext cx="6385230" cy="3479292"/>
            <a:chOff x="1114099" y="1600200"/>
            <a:chExt cx="6385230" cy="3479292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DF40DB0-0F30-4F79-AF1E-426F3B754CCF}"/>
                </a:ext>
              </a:extLst>
            </p:cNvPr>
            <p:cNvGrpSpPr/>
            <p:nvPr/>
          </p:nvGrpSpPr>
          <p:grpSpPr>
            <a:xfrm>
              <a:off x="1791687" y="1600200"/>
              <a:ext cx="5145284" cy="3479292"/>
              <a:chOff x="1791687" y="1600200"/>
              <a:chExt cx="5145284" cy="3479292"/>
            </a:xfrm>
          </p:grpSpPr>
          <p:sp>
            <p:nvSpPr>
              <p:cNvPr id="5" name="타원 4"/>
              <p:cNvSpPr/>
              <p:nvPr/>
            </p:nvSpPr>
            <p:spPr>
              <a:xfrm>
                <a:off x="4724400" y="160020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1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타원 5"/>
              <p:cNvSpPr/>
              <p:nvPr/>
            </p:nvSpPr>
            <p:spPr>
              <a:xfrm>
                <a:off x="4109222" y="302995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4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타원 6"/>
              <p:cNvSpPr/>
              <p:nvPr/>
            </p:nvSpPr>
            <p:spPr>
              <a:xfrm>
                <a:off x="1827777" y="304619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3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타원 7"/>
              <p:cNvSpPr/>
              <p:nvPr/>
            </p:nvSpPr>
            <p:spPr>
              <a:xfrm>
                <a:off x="1837944" y="4622292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7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타원 8"/>
              <p:cNvSpPr/>
              <p:nvPr/>
            </p:nvSpPr>
            <p:spPr>
              <a:xfrm>
                <a:off x="3019925" y="3750221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5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타원 16"/>
              <p:cNvSpPr/>
              <p:nvPr/>
            </p:nvSpPr>
            <p:spPr>
              <a:xfrm>
                <a:off x="5783580" y="2734056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6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타원 17"/>
              <p:cNvSpPr/>
              <p:nvPr/>
            </p:nvSpPr>
            <p:spPr>
              <a:xfrm>
                <a:off x="4786174" y="4315097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9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타원 18"/>
              <p:cNvSpPr/>
              <p:nvPr/>
            </p:nvSpPr>
            <p:spPr>
              <a:xfrm>
                <a:off x="6479771" y="3803904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8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타원 27"/>
              <p:cNvSpPr/>
              <p:nvPr/>
            </p:nvSpPr>
            <p:spPr>
              <a:xfrm>
                <a:off x="2944368" y="2042160"/>
                <a:ext cx="457200" cy="457200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>
                    <a:solidFill>
                      <a:schemeClr val="tx1"/>
                    </a:solidFill>
                  </a:rPr>
                  <a:t>2</a:t>
                </a:r>
                <a:endParaRPr lang="ko-KR" altLang="en-US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32" name="직선 연결선 31"/>
              <p:cNvCxnSpPr/>
              <p:nvPr/>
            </p:nvCxnSpPr>
            <p:spPr>
              <a:xfrm flipV="1">
                <a:off x="3472941" y="1827495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3" name="TextBox 212"/>
              <p:cNvSpPr txBox="1"/>
              <p:nvPr/>
            </p:nvSpPr>
            <p:spPr>
              <a:xfrm>
                <a:off x="3949315" y="17861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cxnSp>
            <p:nvCxnSpPr>
              <p:cNvPr id="139" name="직선 연결선 138"/>
              <p:cNvCxnSpPr/>
              <p:nvPr/>
            </p:nvCxnSpPr>
            <p:spPr>
              <a:xfrm flipV="1">
                <a:off x="3429000" y="1905000"/>
                <a:ext cx="1165961" cy="3032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직선 연결선 141"/>
              <p:cNvCxnSpPr/>
              <p:nvPr/>
            </p:nvCxnSpPr>
            <p:spPr>
              <a:xfrm flipV="1">
                <a:off x="2248662" y="2429344"/>
                <a:ext cx="659129" cy="57755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V="1">
                <a:off x="2286000" y="2470876"/>
                <a:ext cx="671030" cy="57712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직선 연결선 147"/>
              <p:cNvCxnSpPr/>
              <p:nvPr/>
            </p:nvCxnSpPr>
            <p:spPr>
              <a:xfrm flipV="1">
                <a:off x="1958600" y="3632385"/>
                <a:ext cx="16351" cy="9061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직선 연결선 148"/>
              <p:cNvCxnSpPr/>
              <p:nvPr/>
            </p:nvCxnSpPr>
            <p:spPr>
              <a:xfrm flipV="1">
                <a:off x="2040709" y="3667545"/>
                <a:ext cx="22135" cy="85076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 flipV="1">
                <a:off x="2342807" y="3441430"/>
                <a:ext cx="589881" cy="4931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2"/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직선 연결선 154"/>
              <p:cNvCxnSpPr/>
              <p:nvPr/>
            </p:nvCxnSpPr>
            <p:spPr>
              <a:xfrm flipH="1" flipV="1">
                <a:off x="2411012" y="3405889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 flipV="1">
                <a:off x="3438145" y="2475959"/>
                <a:ext cx="748768" cy="48060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>
                <a:off x="3394472" y="2514644"/>
                <a:ext cx="715966" cy="461967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4447491" y="2152653"/>
                <a:ext cx="334974" cy="76205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직선 연결선 170"/>
              <p:cNvCxnSpPr/>
              <p:nvPr/>
            </p:nvCxnSpPr>
            <p:spPr>
              <a:xfrm flipV="1">
                <a:off x="4495800" y="2245801"/>
                <a:ext cx="331316" cy="7107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flipH="1" flipV="1">
                <a:off x="5158772" y="2122379"/>
                <a:ext cx="632428" cy="62082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직선 연결선 176"/>
              <p:cNvCxnSpPr/>
              <p:nvPr/>
            </p:nvCxnSpPr>
            <p:spPr>
              <a:xfrm>
                <a:off x="5198658" y="2050689"/>
                <a:ext cx="613221" cy="590992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>
                <a:cxnSpLocks/>
              </p:cNvCxnSpPr>
              <p:nvPr/>
            </p:nvCxnSpPr>
            <p:spPr>
              <a:xfrm flipV="1">
                <a:off x="3498997" y="3415514"/>
                <a:ext cx="535029" cy="43517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직선 연결선 183"/>
              <p:cNvCxnSpPr/>
              <p:nvPr/>
            </p:nvCxnSpPr>
            <p:spPr>
              <a:xfrm flipH="1">
                <a:off x="3573610" y="3426154"/>
                <a:ext cx="541757" cy="45277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직선 연결선 186"/>
              <p:cNvCxnSpPr>
                <a:cxnSpLocks/>
              </p:cNvCxnSpPr>
              <p:nvPr/>
            </p:nvCxnSpPr>
            <p:spPr>
              <a:xfrm flipH="1">
                <a:off x="4680691" y="2963008"/>
                <a:ext cx="928801" cy="20024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직선 연결선 189"/>
              <p:cNvCxnSpPr/>
              <p:nvPr/>
            </p:nvCxnSpPr>
            <p:spPr>
              <a:xfrm flipV="1">
                <a:off x="4667265" y="3024552"/>
                <a:ext cx="963916" cy="21259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직선 연결선 192"/>
              <p:cNvCxnSpPr/>
              <p:nvPr/>
            </p:nvCxnSpPr>
            <p:spPr>
              <a:xfrm flipH="1" flipV="1">
                <a:off x="6247336" y="3192267"/>
                <a:ext cx="467592" cy="52553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직선 연결선 195"/>
              <p:cNvCxnSpPr>
                <a:cxnSpLocks/>
              </p:cNvCxnSpPr>
              <p:nvPr/>
            </p:nvCxnSpPr>
            <p:spPr>
              <a:xfrm>
                <a:off x="6173114" y="3222866"/>
                <a:ext cx="467592" cy="5021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직선 연결선 205"/>
              <p:cNvCxnSpPr/>
              <p:nvPr/>
            </p:nvCxnSpPr>
            <p:spPr>
              <a:xfrm flipV="1">
                <a:off x="5382879" y="4166484"/>
                <a:ext cx="998239" cy="251131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0" name="직선 연결선 209"/>
              <p:cNvCxnSpPr/>
              <p:nvPr/>
            </p:nvCxnSpPr>
            <p:spPr>
              <a:xfrm flipH="1">
                <a:off x="5369291" y="4109083"/>
                <a:ext cx="1025416" cy="26247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직선 연결선 214"/>
              <p:cNvCxnSpPr/>
              <p:nvPr/>
            </p:nvCxnSpPr>
            <p:spPr>
              <a:xfrm>
                <a:off x="4562717" y="3523521"/>
                <a:ext cx="390283" cy="66747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flipH="1" flipV="1">
                <a:off x="4498065" y="3576469"/>
                <a:ext cx="385945" cy="65346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8" name="직선 연결선 287"/>
              <p:cNvCxnSpPr/>
              <p:nvPr/>
            </p:nvCxnSpPr>
            <p:spPr>
              <a:xfrm>
                <a:off x="3588290" y="4118739"/>
                <a:ext cx="1069768" cy="374335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9" name="직선 연결선 288"/>
              <p:cNvCxnSpPr/>
              <p:nvPr/>
            </p:nvCxnSpPr>
            <p:spPr>
              <a:xfrm flipH="1" flipV="1">
                <a:off x="3583005" y="4184065"/>
                <a:ext cx="1055897" cy="3699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직선 연결선 326"/>
              <p:cNvCxnSpPr/>
              <p:nvPr/>
            </p:nvCxnSpPr>
            <p:spPr>
              <a:xfrm flipH="1">
                <a:off x="2317124" y="4202807"/>
                <a:ext cx="692828" cy="47996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직선 연결선 327"/>
              <p:cNvCxnSpPr/>
              <p:nvPr/>
            </p:nvCxnSpPr>
            <p:spPr>
              <a:xfrm flipV="1">
                <a:off x="2356608" y="4258959"/>
                <a:ext cx="671553" cy="468066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직선 연결선 342"/>
              <p:cNvCxnSpPr/>
              <p:nvPr/>
            </p:nvCxnSpPr>
            <p:spPr>
              <a:xfrm flipH="1">
                <a:off x="5219844" y="3191256"/>
                <a:ext cx="647556" cy="980580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직선 연결선 345"/>
              <p:cNvCxnSpPr/>
              <p:nvPr/>
            </p:nvCxnSpPr>
            <p:spPr>
              <a:xfrm flipV="1">
                <a:off x="5264887" y="3294615"/>
                <a:ext cx="631711" cy="93531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4" name="TextBox 353"/>
              <p:cNvSpPr txBox="1"/>
              <p:nvPr/>
            </p:nvSpPr>
            <p:spPr>
              <a:xfrm>
                <a:off x="4450096" y="23785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55" name="TextBox 354"/>
              <p:cNvSpPr txBox="1"/>
              <p:nvPr/>
            </p:nvSpPr>
            <p:spPr>
              <a:xfrm>
                <a:off x="3631959" y="275050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6" name="TextBox 355"/>
              <p:cNvSpPr txBox="1"/>
              <p:nvPr/>
            </p:nvSpPr>
            <p:spPr>
              <a:xfrm>
                <a:off x="3672846" y="3398644"/>
                <a:ext cx="141143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57" name="TextBox 356"/>
              <p:cNvSpPr txBox="1"/>
              <p:nvPr/>
            </p:nvSpPr>
            <p:spPr>
              <a:xfrm>
                <a:off x="5043202" y="2848976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358" name="TextBox 357"/>
              <p:cNvSpPr txBox="1"/>
              <p:nvPr/>
            </p:nvSpPr>
            <p:spPr>
              <a:xfrm>
                <a:off x="1791687" y="394224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cxnSp>
            <p:nvCxnSpPr>
              <p:cNvPr id="376" name="직선 연결선 375"/>
              <p:cNvCxnSpPr/>
              <p:nvPr/>
            </p:nvCxnSpPr>
            <p:spPr>
              <a:xfrm>
                <a:off x="3129641" y="2613306"/>
                <a:ext cx="29374" cy="1074684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rgbClr val="FF0000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직선 연결선 378"/>
              <p:cNvCxnSpPr/>
              <p:nvPr/>
            </p:nvCxnSpPr>
            <p:spPr>
              <a:xfrm flipH="1" flipV="1">
                <a:off x="3211008" y="2670846"/>
                <a:ext cx="22041" cy="1006909"/>
              </a:xfrm>
              <a:prstGeom prst="lin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triangle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1" name="TextBox 390"/>
              <p:cNvSpPr txBox="1"/>
              <p:nvPr/>
            </p:nvSpPr>
            <p:spPr>
              <a:xfrm>
                <a:off x="2427880" y="255138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2" name="TextBox 391"/>
              <p:cNvSpPr txBox="1"/>
              <p:nvPr/>
            </p:nvSpPr>
            <p:spPr>
              <a:xfrm>
                <a:off x="2626603" y="281774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3" name="TextBox 392"/>
              <p:cNvSpPr txBox="1"/>
              <p:nvPr/>
            </p:nvSpPr>
            <p:spPr>
              <a:xfrm>
                <a:off x="5543024" y="216215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4" name="TextBox 393"/>
              <p:cNvSpPr txBox="1"/>
              <p:nvPr/>
            </p:nvSpPr>
            <p:spPr>
              <a:xfrm>
                <a:off x="5302335" y="23864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5" name="TextBox 394"/>
              <p:cNvSpPr txBox="1"/>
              <p:nvPr/>
            </p:nvSpPr>
            <p:spPr>
              <a:xfrm>
                <a:off x="5783204" y="403079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396" name="TextBox 395"/>
              <p:cNvSpPr txBox="1"/>
              <p:nvPr/>
            </p:nvSpPr>
            <p:spPr>
              <a:xfrm>
                <a:off x="4786329" y="365788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397" name="TextBox 396"/>
              <p:cNvSpPr txBox="1"/>
              <p:nvPr/>
            </p:nvSpPr>
            <p:spPr>
              <a:xfrm>
                <a:off x="4089142" y="408094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1" name="TextBox 400"/>
              <p:cNvSpPr txBox="1"/>
              <p:nvPr/>
            </p:nvSpPr>
            <p:spPr>
              <a:xfrm>
                <a:off x="2529892" y="429345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2" name="TextBox 401"/>
              <p:cNvSpPr txBox="1"/>
              <p:nvPr/>
            </p:nvSpPr>
            <p:spPr>
              <a:xfrm>
                <a:off x="2698137" y="449513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  <p:sp>
            <p:nvSpPr>
              <p:cNvPr id="403" name="TextBox 402"/>
              <p:cNvSpPr txBox="1"/>
              <p:nvPr/>
            </p:nvSpPr>
            <p:spPr>
              <a:xfrm>
                <a:off x="2087385" y="3924417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08" name="TextBox 407"/>
              <p:cNvSpPr txBox="1"/>
              <p:nvPr/>
            </p:nvSpPr>
            <p:spPr>
              <a:xfrm>
                <a:off x="4750724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09" name="TextBox 408"/>
              <p:cNvSpPr txBox="1"/>
              <p:nvPr/>
            </p:nvSpPr>
            <p:spPr>
              <a:xfrm>
                <a:off x="5425895" y="3505559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10" name="TextBox 409"/>
              <p:cNvSpPr txBox="1"/>
              <p:nvPr/>
            </p:nvSpPr>
            <p:spPr>
              <a:xfrm>
                <a:off x="5719539" y="361909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20" name="TextBox 419"/>
              <p:cNvSpPr txBox="1"/>
              <p:nvPr/>
            </p:nvSpPr>
            <p:spPr>
              <a:xfrm>
                <a:off x="6479207" y="3248863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21" name="TextBox 420"/>
              <p:cNvSpPr txBox="1"/>
              <p:nvPr/>
            </p:nvSpPr>
            <p:spPr>
              <a:xfrm>
                <a:off x="6276534" y="347101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0" name="TextBox 429"/>
              <p:cNvSpPr txBox="1"/>
              <p:nvPr/>
            </p:nvSpPr>
            <p:spPr>
              <a:xfrm>
                <a:off x="3991678" y="4387695"/>
                <a:ext cx="84696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1" name="TextBox 430"/>
              <p:cNvSpPr txBox="1"/>
              <p:nvPr/>
            </p:nvSpPr>
            <p:spPr>
              <a:xfrm>
                <a:off x="3865170" y="3678964"/>
                <a:ext cx="164911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3" name="TextBox 432"/>
              <p:cNvSpPr txBox="1"/>
              <p:nvPr/>
            </p:nvSpPr>
            <p:spPr>
              <a:xfrm>
                <a:off x="2651646" y="343878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4" name="TextBox 433"/>
              <p:cNvSpPr txBox="1"/>
              <p:nvPr/>
            </p:nvSpPr>
            <p:spPr>
              <a:xfrm>
                <a:off x="2510194" y="367775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5" name="TextBox 434"/>
              <p:cNvSpPr txBox="1"/>
              <p:nvPr/>
            </p:nvSpPr>
            <p:spPr>
              <a:xfrm>
                <a:off x="3281129" y="307854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6" name="TextBox 435"/>
              <p:cNvSpPr txBox="1"/>
              <p:nvPr/>
            </p:nvSpPr>
            <p:spPr>
              <a:xfrm>
                <a:off x="2944319" y="3091298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437" name="TextBox 436"/>
              <p:cNvSpPr txBox="1"/>
              <p:nvPr/>
            </p:nvSpPr>
            <p:spPr>
              <a:xfrm>
                <a:off x="3785052" y="2504042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8" name="TextBox 437"/>
              <p:cNvSpPr txBox="1"/>
              <p:nvPr/>
            </p:nvSpPr>
            <p:spPr>
              <a:xfrm>
                <a:off x="5050647" y="3170874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439" name="TextBox 438"/>
              <p:cNvSpPr txBox="1"/>
              <p:nvPr/>
            </p:nvSpPr>
            <p:spPr>
              <a:xfrm>
                <a:off x="4476372" y="3782695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3</a:t>
                </a:r>
                <a:endParaRPr lang="ko-KR" altLang="en-US" sz="1200" dirty="0"/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5791200" y="4343400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4</a:t>
                </a:r>
                <a:endParaRPr lang="ko-KR" altLang="en-US" sz="1200" dirty="0"/>
              </a:p>
            </p:txBody>
          </p:sp>
          <p:sp>
            <p:nvSpPr>
              <p:cNvPr id="84" name="TextBox 83"/>
              <p:cNvSpPr txBox="1"/>
              <p:nvPr/>
            </p:nvSpPr>
            <p:spPr>
              <a:xfrm>
                <a:off x="3991786" y="2075431"/>
                <a:ext cx="97784" cy="18466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vert="horz" wrap="none" lIns="0" tIns="0" rIns="0" bIns="0" rtlCol="0" anchor="ctr">
                <a:spAutoFit/>
              </a:bodyPr>
              <a:lstStyle/>
              <a:p>
                <a:r>
                  <a:rPr lang="en-US" altLang="ko-KR" sz="1200"/>
                  <a:t>2</a:t>
                </a:r>
                <a:endParaRPr lang="ko-KR" altLang="en-US" sz="1200" dirty="0"/>
              </a:p>
            </p:txBody>
          </p:sp>
        </p:grp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3AAC541-6EB2-4BE7-A436-2833121DC6A9}"/>
                </a:ext>
              </a:extLst>
            </p:cNvPr>
            <p:cNvSpPr txBox="1"/>
            <p:nvPr/>
          </p:nvSpPr>
          <p:spPr>
            <a:xfrm>
              <a:off x="5817323" y="25023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3)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B7B0D21-EEEC-4288-B83E-E614E6900964}"/>
                </a:ext>
              </a:extLst>
            </p:cNvPr>
            <p:cNvSpPr txBox="1"/>
            <p:nvPr/>
          </p:nvSpPr>
          <p:spPr>
            <a:xfrm>
              <a:off x="2862954" y="1814512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2)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4B17C4F6-F053-4D86-92A5-E23F75E7B98B}"/>
                </a:ext>
              </a:extLst>
            </p:cNvPr>
            <p:cNvSpPr txBox="1"/>
            <p:nvPr/>
          </p:nvSpPr>
          <p:spPr>
            <a:xfrm>
              <a:off x="4423059" y="2908756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RE(1, 1, 4)</a:t>
              </a:r>
              <a:endParaRPr 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2D42B01-3368-49D4-A73E-9EE12A017599}"/>
                </a:ext>
              </a:extLst>
            </p:cNvPr>
            <p:cNvSpPr txBox="1"/>
            <p:nvPr/>
          </p:nvSpPr>
          <p:spPr>
            <a:xfrm>
              <a:off x="5140986" y="167833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RE(0, 0, 0)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5C57AE0B-0838-4EAF-B390-3FCB440AE45F}"/>
                </a:ext>
              </a:extLst>
            </p:cNvPr>
            <p:cNvSpPr txBox="1"/>
            <p:nvPr/>
          </p:nvSpPr>
          <p:spPr>
            <a:xfrm>
              <a:off x="1336784" y="2847684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975747B-7B0D-4E26-8B59-6847F719F0EB}"/>
                </a:ext>
              </a:extLst>
            </p:cNvPr>
            <p:cNvSpPr txBox="1"/>
            <p:nvPr/>
          </p:nvSpPr>
          <p:spPr>
            <a:xfrm>
              <a:off x="2993211" y="4353878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RE(2,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67892CE-4F90-495E-99AF-0C069077AD2C}"/>
                </a:ext>
              </a:extLst>
            </p:cNvPr>
            <p:cNvSpPr txBox="1"/>
            <p:nvPr/>
          </p:nvSpPr>
          <p:spPr>
            <a:xfrm>
              <a:off x="5181600" y="4532563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RE(4, 2, 7)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52F487E-5C66-4E87-AD46-32429968CB2E}"/>
                </a:ext>
              </a:extLst>
            </p:cNvPr>
            <p:cNvSpPr txBox="1"/>
            <p:nvPr/>
          </p:nvSpPr>
          <p:spPr>
            <a:xfrm>
              <a:off x="6740788" y="366754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RE(6, 2, 6)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0623D718-733F-4B4E-95D4-B2B7EC53B6B8}"/>
                </a:ext>
              </a:extLst>
            </p:cNvPr>
            <p:cNvSpPr txBox="1"/>
            <p:nvPr/>
          </p:nvSpPr>
          <p:spPr>
            <a:xfrm>
              <a:off x="1114099" y="4727025"/>
              <a:ext cx="758541" cy="215444"/>
            </a:xfrm>
            <a:prstGeom prst="rect">
              <a:avLst/>
            </a:prstGeom>
          </p:spPr>
          <p:txBody>
            <a:bodyPr vert="horz" wrap="none" lIns="91440" tIns="45720" rIns="91440" bIns="45720" rtlCol="0" anchor="ctr">
              <a:spAutoFit/>
            </a:bodyPr>
            <a:lstStyle/>
            <a:p>
              <a:r>
                <a:rPr lang="en-US" sz="800">
                  <a:solidFill>
                    <a:srgbClr val="FF0000"/>
                  </a:solidFill>
                </a:rPr>
                <a:t>RE(3, 3, 9)</a:t>
              </a:r>
              <a:endParaRPr lang="en-US" sz="10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8247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1827777" y="1600200"/>
            <a:ext cx="5109194" cy="3479292"/>
            <a:chOff x="1827777" y="1600200"/>
            <a:chExt cx="5109194" cy="3479292"/>
          </a:xfrm>
        </p:grpSpPr>
        <p:sp>
          <p:nvSpPr>
            <p:cNvPr id="5" name="타원 4"/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/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/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/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/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7" name="타원 16"/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타원 17"/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9" name="타원 18"/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타원 27"/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cxnSpLocks/>
              <a:stCxn id="28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28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28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28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cxnSpLocks/>
              <a:stCxn id="5" idx="6"/>
              <a:endCxn id="17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7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8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8" idx="7"/>
              <a:endCxn id="17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7" idx="6"/>
              <a:endCxn id="19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8" idx="6"/>
              <a:endCxn id="19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8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7996299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2" name="TextBox 1"/>
          <p:cNvSpPr txBox="1"/>
          <p:nvPr/>
        </p:nvSpPr>
        <p:spPr>
          <a:xfrm>
            <a:off x="76017" y="4911413"/>
            <a:ext cx="2908425" cy="138499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vi-VN" sz="1200" dirty="0"/>
              <a:t>Init Rank: R1 = 1.0</a:t>
            </a:r>
          </a:p>
          <a:p>
            <a:r>
              <a:rPr lang="vi-VN" sz="1200" dirty="0"/>
              <a:t>All the other nodes has Rank = 0.0</a:t>
            </a:r>
          </a:p>
          <a:p>
            <a:r>
              <a:rPr lang="vi-VN" sz="1200" dirty="0"/>
              <a:t>Init Level after Join Process:</a:t>
            </a:r>
          </a:p>
          <a:p>
            <a:r>
              <a:rPr lang="vi-VN" sz="1200" dirty="0"/>
              <a:t>L1 = 0</a:t>
            </a:r>
          </a:p>
          <a:p>
            <a:r>
              <a:rPr lang="vi-VN" sz="1200" dirty="0"/>
              <a:t>L2 = L4 = L6 = 1</a:t>
            </a:r>
          </a:p>
          <a:p>
            <a:r>
              <a:rPr lang="vi-VN" sz="1200" dirty="0"/>
              <a:t>L3 = L5 = L9 = L10 = 2</a:t>
            </a:r>
          </a:p>
          <a:p>
            <a:r>
              <a:rPr lang="vi-VN" sz="1200" dirty="0"/>
              <a:t>L7 = 3</a:t>
            </a:r>
            <a:endParaRPr lang="en-US" sz="1200" dirty="0"/>
          </a:p>
        </p:txBody>
      </p:sp>
      <p:sp>
        <p:nvSpPr>
          <p:cNvPr id="86" name="Rectangle 85"/>
          <p:cNvSpPr/>
          <p:nvPr/>
        </p:nvSpPr>
        <p:spPr>
          <a:xfrm>
            <a:off x="2057400" y="1932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990600" y="2847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8" name="Rectangle 87"/>
          <p:cNvSpPr/>
          <p:nvPr/>
        </p:nvSpPr>
        <p:spPr>
          <a:xfrm>
            <a:off x="2209800" y="4980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R7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009037" y="44474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R5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5828437" y="4599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R9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895237" y="4142601"/>
            <a:ext cx="9749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R10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7115800" y="3223312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324600" y="2466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0.0</a:t>
            </a:r>
          </a:p>
        </p:txBody>
      </p:sp>
    </p:spTree>
    <p:extLst>
      <p:ext uri="{BB962C8B-B14F-4D97-AF65-F5344CB8AC3E}">
        <p14:creationId xmlns:p14="http://schemas.microsoft.com/office/powerpoint/2010/main" val="4128637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60833" y="5149466"/>
            <a:ext cx="2601816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1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 TI(Node ID, Level, Rank)</a:t>
            </a:r>
          </a:p>
          <a:p>
            <a:endParaRPr lang="vi-VN" sz="1200" dirty="0">
              <a:solidFill>
                <a:srgbClr val="FF0000"/>
              </a:solidFill>
            </a:endParaRPr>
          </a:p>
          <a:p>
            <a:r>
              <a:rPr lang="vi-VN" sz="1200" dirty="0">
                <a:solidFill>
                  <a:srgbClr val="FF0000"/>
                </a:solidFill>
              </a:rPr>
              <a:t>TI1 = (1, 0, 1.0) </a:t>
            </a:r>
            <a:endParaRPr lang="en-US" sz="1200" dirty="0">
              <a:solidFill>
                <a:srgbClr val="FF0000"/>
              </a:solidFill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561041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2057400" y="1932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R2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990600" y="2847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0" name="Rectangle 89"/>
          <p:cNvSpPr/>
          <p:nvPr/>
        </p:nvSpPr>
        <p:spPr>
          <a:xfrm>
            <a:off x="2209800" y="4980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R7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3009037" y="44474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R5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5828437" y="45998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R9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3" name="Rectangle 92"/>
          <p:cNvSpPr/>
          <p:nvPr/>
        </p:nvSpPr>
        <p:spPr>
          <a:xfrm>
            <a:off x="6895237" y="4142601"/>
            <a:ext cx="97494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R10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7115800" y="3223312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R4 = 0.0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6324600" y="2466201"/>
            <a:ext cx="87716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0.0</a:t>
            </a:r>
          </a:p>
        </p:txBody>
      </p:sp>
    </p:spTree>
    <p:extLst>
      <p:ext uri="{BB962C8B-B14F-4D97-AF65-F5344CB8AC3E}">
        <p14:creationId xmlns:p14="http://schemas.microsoft.com/office/powerpoint/2010/main" val="397095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1369298" y="1752600"/>
            <a:ext cx="205697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0.9(T</a:t>
            </a:r>
            <a:r>
              <a:rPr lang="vi-VN" sz="1200" dirty="0">
                <a:solidFill>
                  <a:srgbClr val="FF0000"/>
                </a:solidFill>
              </a:rPr>
              <a:t>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99549" y="2457057"/>
            <a:ext cx="21114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47645" y="3132217"/>
            <a:ext cx="2111475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0" y="5156537"/>
            <a:ext cx="2907791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receive 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vi-VN" sz="1200" dirty="0"/>
              <a:t> and calculate its Rank R2, R4, R6: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Rn = R1*PRR(n-&gt;1)</a:t>
            </a:r>
          </a:p>
          <a:p>
            <a:r>
              <a:rPr lang="vi-VN" sz="1200" dirty="0"/>
              <a:t>Then compare Rn with init Rank </a:t>
            </a:r>
            <a:r>
              <a:rPr lang="vi-VN" sz="1200" dirty="0">
                <a:solidFill>
                  <a:srgbClr val="FF0000"/>
                </a:solidFill>
              </a:rPr>
              <a:t>to choose the max Rank value.</a:t>
            </a:r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6272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TI1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952518" y="15547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</a:t>
            </a:r>
            <a:r>
              <a:rPr lang="vi-VN" sz="1200" dirty="0">
                <a:solidFill>
                  <a:srgbClr val="FF0000"/>
                </a:solidFill>
              </a:rPr>
              <a:t>TI1)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R2=  0.7*0.8 = 0.56(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6821" y="22405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R6 = 0.7*0.8 = 0.56(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34200" y="2988195"/>
            <a:ext cx="2249590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0.9*0.9 = 0.81(</a:t>
            </a:r>
            <a:r>
              <a:rPr lang="vi-VN" sz="1200" dirty="0">
                <a:solidFill>
                  <a:schemeClr val="accent2"/>
                </a:solidFill>
              </a:rPr>
              <a:t>TC2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0.9*0.8 = 0.72(</a:t>
            </a:r>
            <a:r>
              <a:rPr lang="vi-VN" sz="1200" dirty="0">
                <a:solidFill>
                  <a:schemeClr val="accent2"/>
                </a:solidFill>
              </a:rPr>
              <a:t>TC6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7998" y="5168205"/>
            <a:ext cx="2907791" cy="138499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broadcast its Rank R2, R4, R6 calculated from 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vi-VN" sz="1200" dirty="0"/>
              <a:t> by </a:t>
            </a:r>
            <a:r>
              <a:rPr lang="vi-VN" sz="1200" dirty="0">
                <a:solidFill>
                  <a:schemeClr val="accent2"/>
                </a:solidFill>
              </a:rPr>
              <a:t>TREE_BUILDING_COMPARE TC(Node ID, Level, Rank)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TC2 = (2, 1, 0.9)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1, 0.7)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TC6 = (6, 1, 0.8)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98506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99973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32" name="직선 연결선 31"/>
          <p:cNvCxnSpPr/>
          <p:nvPr/>
        </p:nvCxnSpPr>
        <p:spPr>
          <a:xfrm flipV="1">
            <a:off x="3472941" y="1827495"/>
            <a:ext cx="1165961" cy="30320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39" name="직선 연결선 138"/>
          <p:cNvCxnSpPr/>
          <p:nvPr/>
        </p:nvCxnSpPr>
        <p:spPr>
          <a:xfrm flipV="1">
            <a:off x="3501304" y="1956121"/>
            <a:ext cx="1165961" cy="3032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직선 연결선 160"/>
          <p:cNvCxnSpPr/>
          <p:nvPr/>
        </p:nvCxnSpPr>
        <p:spPr>
          <a:xfrm flipH="1" flipV="1">
            <a:off x="3438145" y="2475959"/>
            <a:ext cx="748768" cy="48060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64"/>
          <p:cNvCxnSpPr/>
          <p:nvPr/>
        </p:nvCxnSpPr>
        <p:spPr>
          <a:xfrm>
            <a:off x="3368318" y="2567059"/>
            <a:ext cx="715966" cy="461967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167"/>
          <p:cNvCxnSpPr/>
          <p:nvPr/>
        </p:nvCxnSpPr>
        <p:spPr>
          <a:xfrm flipH="1">
            <a:off x="4447491" y="2152653"/>
            <a:ext cx="334974" cy="76205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연결선 170"/>
          <p:cNvCxnSpPr/>
          <p:nvPr/>
        </p:nvCxnSpPr>
        <p:spPr>
          <a:xfrm flipV="1">
            <a:off x="4537864" y="2245801"/>
            <a:ext cx="331316" cy="710760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직선 연결선 173"/>
          <p:cNvCxnSpPr/>
          <p:nvPr/>
        </p:nvCxnSpPr>
        <p:spPr>
          <a:xfrm flipH="1" flipV="1">
            <a:off x="5135577" y="2128298"/>
            <a:ext cx="632428" cy="620821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직선 연결선 176"/>
          <p:cNvCxnSpPr/>
          <p:nvPr/>
        </p:nvCxnSpPr>
        <p:spPr>
          <a:xfrm>
            <a:off x="5220131" y="2057400"/>
            <a:ext cx="613221" cy="59099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직선 연결선 186"/>
          <p:cNvCxnSpPr/>
          <p:nvPr/>
        </p:nvCxnSpPr>
        <p:spPr>
          <a:xfrm flipH="1">
            <a:off x="4680690" y="2940038"/>
            <a:ext cx="950491" cy="191448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직선 연결선 189"/>
          <p:cNvCxnSpPr/>
          <p:nvPr/>
        </p:nvCxnSpPr>
        <p:spPr>
          <a:xfrm flipV="1">
            <a:off x="4667265" y="3051048"/>
            <a:ext cx="963916" cy="21259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4" name="TextBox 353"/>
          <p:cNvSpPr txBox="1"/>
          <p:nvPr/>
        </p:nvSpPr>
        <p:spPr>
          <a:xfrm>
            <a:off x="4316980" y="243979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7" name="TextBox 356"/>
          <p:cNvSpPr txBox="1"/>
          <p:nvPr/>
        </p:nvSpPr>
        <p:spPr>
          <a:xfrm>
            <a:off x="5000364" y="282031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4" name="TextBox 3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8" name="TextBox 407"/>
          <p:cNvSpPr txBox="1"/>
          <p:nvPr/>
        </p:nvSpPr>
        <p:spPr>
          <a:xfrm>
            <a:off x="4731927" y="26016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7" name="TextBox 436"/>
          <p:cNvSpPr txBox="1"/>
          <p:nvPr/>
        </p:nvSpPr>
        <p:spPr>
          <a:xfrm>
            <a:off x="3807157" y="248486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8" name="TextBox 437"/>
          <p:cNvSpPr txBox="1"/>
          <p:nvPr/>
        </p:nvSpPr>
        <p:spPr>
          <a:xfrm>
            <a:off x="5042107" y="31783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4" name="TextBox 8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85" name="TextBox 84"/>
          <p:cNvSpPr txBox="1"/>
          <p:nvPr/>
        </p:nvSpPr>
        <p:spPr>
          <a:xfrm>
            <a:off x="952518" y="15547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1.0*0.9 = 0.9(</a:t>
            </a:r>
            <a:r>
              <a:rPr lang="vi-VN" sz="1200" dirty="0">
                <a:solidFill>
                  <a:srgbClr val="FF0000"/>
                </a:solidFill>
              </a:rPr>
              <a:t>TI1)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R2=  0.7*0.8 = 0.56(</a:t>
            </a:r>
            <a:r>
              <a:rPr lang="vi-VN" sz="1200" dirty="0">
                <a:solidFill>
                  <a:schemeClr val="accent2"/>
                </a:solidFill>
              </a:rPr>
              <a:t>TC4)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316821" y="2240577"/>
            <a:ext cx="224959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1.0*0.8 = 0.8(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R6 = 0.7*0.8 = 0.56(</a:t>
            </a:r>
            <a:r>
              <a:rPr lang="vi-VN" sz="1200" dirty="0">
                <a:solidFill>
                  <a:schemeClr val="accent2"/>
                </a:solidFill>
              </a:rPr>
              <a:t>TC4)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6860746" y="2895600"/>
            <a:ext cx="2283254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1.0*0.7 = 0.7(</a:t>
            </a:r>
            <a:r>
              <a:rPr lang="vi-VN" sz="1200" dirty="0">
                <a:solidFill>
                  <a:srgbClr val="FF0000"/>
                </a:solidFill>
              </a:rPr>
              <a:t>TI1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0.9*0.9 = 0.81(</a:t>
            </a:r>
            <a:r>
              <a:rPr lang="vi-VN" sz="1200" dirty="0">
                <a:solidFill>
                  <a:schemeClr val="accent2"/>
                </a:solidFill>
              </a:rPr>
              <a:t>TC2)</a:t>
            </a:r>
            <a:endParaRPr lang="en-US" sz="1200" dirty="0">
              <a:solidFill>
                <a:schemeClr val="accent2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R4 = 0.9*0.8 = 0.72(</a:t>
            </a:r>
            <a:r>
              <a:rPr lang="vi-VN" sz="1200" dirty="0">
                <a:solidFill>
                  <a:schemeClr val="accent2"/>
                </a:solidFill>
              </a:rPr>
              <a:t>TC6)</a:t>
            </a:r>
            <a:endParaRPr lang="en-US" sz="1200" dirty="0">
              <a:solidFill>
                <a:schemeClr val="accent2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37998" y="5105400"/>
            <a:ext cx="2907791" cy="120032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calculated Rank from</a:t>
            </a:r>
            <a:endParaRPr lang="vi-VN" sz="1200" dirty="0">
              <a:solidFill>
                <a:schemeClr val="accent2"/>
              </a:solidFill>
            </a:endParaRPr>
          </a:p>
          <a:p>
            <a:r>
              <a:rPr lang="vi-VN" sz="1200" dirty="0">
                <a:solidFill>
                  <a:schemeClr val="accent2"/>
                </a:solidFill>
              </a:rPr>
              <a:t>TC2 = (2, 1, 0.9)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1, 0.7)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TC6 = (6, 1, 0.8)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T</a:t>
            </a:r>
            <a:r>
              <a:rPr lang="vi-VN" sz="1200" dirty="0">
                <a:solidFill>
                  <a:schemeClr val="accent2"/>
                </a:solidFill>
              </a:rPr>
              <a:t>hen compare to choose the maximum Rank value.</a:t>
            </a:r>
          </a:p>
        </p:txBody>
      </p:sp>
      <p:graphicFrame>
        <p:nvGraphicFramePr>
          <p:cNvPr id="91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898506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497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6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90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5" name="TextBox 94"/>
          <p:cNvSpPr txBox="1"/>
          <p:nvPr/>
        </p:nvSpPr>
        <p:spPr>
          <a:xfrm>
            <a:off x="37998" y="5290066"/>
            <a:ext cx="2907791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2, 4, 6 after choose the max Rank will send </a:t>
            </a:r>
            <a:r>
              <a:rPr lang="vi-VN" sz="1200" dirty="0">
                <a:solidFill>
                  <a:schemeClr val="accent2"/>
                </a:solidFill>
              </a:rPr>
              <a:t>TREE_BUILDING_RESPONSE to its Parent TR2, TR4, TR6 by unicast </a:t>
            </a:r>
          </a:p>
        </p:txBody>
      </p:sp>
      <p:graphicFrame>
        <p:nvGraphicFramePr>
          <p:cNvPr id="96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1662880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TR2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TR6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3550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69" name="TextBox 68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0" name="TextBox 69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4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9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graphicFrame>
        <p:nvGraphicFramePr>
          <p:cNvPr id="92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9121924"/>
              </p:ext>
            </p:extLst>
          </p:nvPr>
        </p:nvGraphicFramePr>
        <p:xfrm>
          <a:off x="2980945" y="48768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57976" y="5080337"/>
            <a:ext cx="2841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2, 4, 6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TI2 = (2, 1, 0.9)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TI4 = (4, 2, 0.81)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TI6 = (6, 1, 0.8) 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94307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228600" y="2743200"/>
            <a:ext cx="21547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042" y="4233821"/>
            <a:ext cx="2307042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60239" y="4858646"/>
            <a:ext cx="2209259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0.8*0.7 = 0.56(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73" name="TextBox 72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8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5" name="TextBox 94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2" name="Rectangle 1"/>
          <p:cNvSpPr/>
          <p:nvPr/>
        </p:nvSpPr>
        <p:spPr>
          <a:xfrm>
            <a:off x="3048541" y="4800600"/>
            <a:ext cx="2209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graphicFrame>
        <p:nvGraphicFramePr>
          <p:cNvPr id="96" name="Table 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896499"/>
              </p:ext>
            </p:extLst>
          </p:nvPr>
        </p:nvGraphicFramePr>
        <p:xfrm>
          <a:off x="2980945" y="51816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TI2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TI4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TI6 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7" name="Rectangle 96"/>
          <p:cNvSpPr/>
          <p:nvPr/>
        </p:nvSpPr>
        <p:spPr>
          <a:xfrm>
            <a:off x="57976" y="5080337"/>
            <a:ext cx="28410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3, 5, 9, 10 has init Level is 2 so it only calculate Rank from </a:t>
            </a:r>
            <a:r>
              <a:rPr lang="vi-VN" sz="1200" dirty="0">
                <a:solidFill>
                  <a:srgbClr val="FF0000"/>
                </a:solidFill>
              </a:rPr>
              <a:t>TI2, TI6 (Lower Level)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80920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연결선 142"/>
          <p:cNvCxnSpPr/>
          <p:nvPr/>
        </p:nvCxnSpPr>
        <p:spPr>
          <a:xfrm flipV="1">
            <a:off x="2309915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연결선 153"/>
          <p:cNvCxnSpPr/>
          <p:nvPr/>
        </p:nvCxnSpPr>
        <p:spPr>
          <a:xfrm flipH="1" flipV="1">
            <a:off x="2290191" y="3440941"/>
            <a:ext cx="589881" cy="49312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연결선 154"/>
          <p:cNvCxnSpPr/>
          <p:nvPr/>
        </p:nvCxnSpPr>
        <p:spPr>
          <a:xfrm flipH="1" flipV="1">
            <a:off x="2411012" y="3405889"/>
            <a:ext cx="535029" cy="43517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연결선 180"/>
          <p:cNvCxnSpPr/>
          <p:nvPr/>
        </p:nvCxnSpPr>
        <p:spPr>
          <a:xfrm flipV="1">
            <a:off x="3489848" y="3405889"/>
            <a:ext cx="531291" cy="418572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직선 연결선 183"/>
          <p:cNvCxnSpPr/>
          <p:nvPr/>
        </p:nvCxnSpPr>
        <p:spPr>
          <a:xfrm flipH="1">
            <a:off x="3591885" y="3461606"/>
            <a:ext cx="541757" cy="452770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연결선 192"/>
          <p:cNvCxnSpPr/>
          <p:nvPr/>
        </p:nvCxnSpPr>
        <p:spPr>
          <a:xfrm flipH="1" flipV="1">
            <a:off x="6240780" y="3191256"/>
            <a:ext cx="467592" cy="52553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직선 연결선 195"/>
          <p:cNvCxnSpPr/>
          <p:nvPr/>
        </p:nvCxnSpPr>
        <p:spPr>
          <a:xfrm>
            <a:off x="6138151" y="3258554"/>
            <a:ext cx="482138" cy="49831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연결선 205"/>
          <p:cNvCxnSpPr/>
          <p:nvPr/>
        </p:nvCxnSpPr>
        <p:spPr>
          <a:xfrm flipV="1">
            <a:off x="5372419" y="4191658"/>
            <a:ext cx="998239" cy="251131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연결선 209"/>
          <p:cNvCxnSpPr/>
          <p:nvPr/>
        </p:nvCxnSpPr>
        <p:spPr>
          <a:xfrm flipH="1">
            <a:off x="5358830" y="4083509"/>
            <a:ext cx="1025416" cy="26247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직선 연결선 214"/>
          <p:cNvCxnSpPr/>
          <p:nvPr/>
        </p:nvCxnSpPr>
        <p:spPr>
          <a:xfrm>
            <a:off x="45627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연결선 287"/>
          <p:cNvCxnSpPr/>
          <p:nvPr/>
        </p:nvCxnSpPr>
        <p:spPr>
          <a:xfrm>
            <a:off x="3588398" y="4092930"/>
            <a:ext cx="1069768" cy="374335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연결선 288"/>
          <p:cNvCxnSpPr/>
          <p:nvPr/>
        </p:nvCxnSpPr>
        <p:spPr>
          <a:xfrm flipH="1" flipV="1">
            <a:off x="3583007" y="4201324"/>
            <a:ext cx="1055897" cy="36998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연결선 342"/>
          <p:cNvCxnSpPr/>
          <p:nvPr/>
        </p:nvCxnSpPr>
        <p:spPr>
          <a:xfrm flipH="1">
            <a:off x="5185796" y="3191256"/>
            <a:ext cx="647556" cy="98058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연결선 345"/>
          <p:cNvCxnSpPr/>
          <p:nvPr/>
        </p:nvCxnSpPr>
        <p:spPr>
          <a:xfrm flipV="1">
            <a:off x="5264887" y="3294615"/>
            <a:ext cx="631711" cy="935314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376" name="직선 연결선 375"/>
          <p:cNvCxnSpPr/>
          <p:nvPr/>
        </p:nvCxnSpPr>
        <p:spPr>
          <a:xfrm>
            <a:off x="3094397" y="2613307"/>
            <a:ext cx="29374" cy="10746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직선 연결선 378"/>
          <p:cNvCxnSpPr/>
          <p:nvPr/>
        </p:nvCxnSpPr>
        <p:spPr>
          <a:xfrm flipH="1" flipV="1">
            <a:off x="3211008" y="2670846"/>
            <a:ext cx="22041" cy="100690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5" name="TextBox 394"/>
          <p:cNvSpPr txBox="1"/>
          <p:nvPr/>
        </p:nvSpPr>
        <p:spPr>
          <a:xfrm>
            <a:off x="5675935" y="40012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7" name="TextBox 396"/>
          <p:cNvSpPr txBox="1"/>
          <p:nvPr/>
        </p:nvSpPr>
        <p:spPr>
          <a:xfrm>
            <a:off x="4024292" y="4055547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9" name="TextBox 408"/>
          <p:cNvSpPr txBox="1"/>
          <p:nvPr/>
        </p:nvSpPr>
        <p:spPr>
          <a:xfrm>
            <a:off x="5265964" y="352284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10" name="TextBox 409"/>
          <p:cNvSpPr txBox="1"/>
          <p:nvPr/>
        </p:nvSpPr>
        <p:spPr>
          <a:xfrm>
            <a:off x="5719539" y="3619092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0.7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0" name="TextBox 429"/>
          <p:cNvSpPr txBox="1"/>
          <p:nvPr/>
        </p:nvSpPr>
        <p:spPr>
          <a:xfrm>
            <a:off x="3895656" y="4403969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3" name="TextBox 432"/>
          <p:cNvSpPr txBox="1"/>
          <p:nvPr/>
        </p:nvSpPr>
        <p:spPr>
          <a:xfrm>
            <a:off x="2651054" y="340300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4" name="TextBox 433"/>
          <p:cNvSpPr txBox="1"/>
          <p:nvPr/>
        </p:nvSpPr>
        <p:spPr>
          <a:xfrm>
            <a:off x="2411012" y="37307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5" name="TextBox 434"/>
          <p:cNvSpPr txBox="1"/>
          <p:nvPr/>
        </p:nvSpPr>
        <p:spPr>
          <a:xfrm>
            <a:off x="3282731" y="309751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6" name="TextBox 435"/>
          <p:cNvSpPr txBox="1"/>
          <p:nvPr/>
        </p:nvSpPr>
        <p:spPr>
          <a:xfrm>
            <a:off x="2820516" y="311759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-76200" y="3132892"/>
            <a:ext cx="1865065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TI2)</a:t>
            </a:r>
            <a:endParaRPr lang="en-US" sz="1200" dirty="0">
              <a:solidFill>
                <a:srgbClr val="FF0000"/>
              </a:solidFill>
            </a:endParaRPr>
          </a:p>
          <a:p>
            <a:r>
              <a:rPr lang="en-US" sz="1200" dirty="0">
                <a:solidFill>
                  <a:schemeClr val="accent2"/>
                </a:solidFill>
              </a:rPr>
              <a:t>R3= 0.72*0.9 = 0.648(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05600" y="4231957"/>
            <a:ext cx="2542940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R10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34000" y="4746248"/>
            <a:ext cx="2542940" cy="83099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0.8*0.7 = 0.56(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0.72*0.8 = 0.576(</a:t>
            </a:r>
            <a:r>
              <a:rPr lang="vi-VN" sz="1200" dirty="0">
                <a:solidFill>
                  <a:schemeClr val="accent2"/>
                </a:solidFill>
              </a:rPr>
              <a:t>TC10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0.72*0.8 = 0.576(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R9 = 0.81*0.8 = 0.648(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943460" y="4884003"/>
            <a:ext cx="2445157" cy="830997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0.9*0.8 = 0.72(</a:t>
            </a:r>
            <a:r>
              <a:rPr lang="vi-VN" sz="1200" dirty="0">
                <a:solidFill>
                  <a:srgbClr val="FF0000"/>
                </a:solidFill>
              </a:rPr>
              <a:t>TI2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0.72*0.9 = 0.648(</a:t>
            </a:r>
            <a:r>
              <a:rPr lang="vi-VN" sz="1200" dirty="0">
                <a:solidFill>
                  <a:schemeClr val="accent2"/>
                </a:solidFill>
              </a:rPr>
              <a:t>TC3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0.81*0.9 = 0.729(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91200" y="43434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75" name="TextBox 7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89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6" name="TextBox 95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7" name="TextBox 96"/>
          <p:cNvSpPr txBox="1"/>
          <p:nvPr/>
        </p:nvSpPr>
        <p:spPr>
          <a:xfrm>
            <a:off x="37998" y="5075873"/>
            <a:ext cx="2907791" cy="156966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3, 4, 5, 9, 10 broadcast its Rank R3, R4, R5, R9, R10 by </a:t>
            </a:r>
            <a:r>
              <a:rPr lang="vi-VN" sz="1200" dirty="0">
                <a:solidFill>
                  <a:schemeClr val="accent2"/>
                </a:solidFill>
              </a:rPr>
              <a:t>TREE_BUILDING_COMPARE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TC3 = (3, 2, 0.72)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TC4 = (4, 2, 0.81)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TC5 = (5, 2, 0.72)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TC9 = (9, 2, 0.56)</a:t>
            </a:r>
          </a:p>
          <a:p>
            <a:r>
              <a:rPr lang="vi-VN" sz="1200" dirty="0">
                <a:solidFill>
                  <a:schemeClr val="accent2"/>
                </a:solidFill>
              </a:rPr>
              <a:t>TC10 = (10, 2, 0.72)</a:t>
            </a:r>
          </a:p>
        </p:txBody>
      </p:sp>
      <p:graphicFrame>
        <p:nvGraphicFramePr>
          <p:cNvPr id="98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20782"/>
              </p:ext>
            </p:extLst>
          </p:nvPr>
        </p:nvGraphicFramePr>
        <p:xfrm>
          <a:off x="3048000" y="5760720"/>
          <a:ext cx="6096000" cy="1097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529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TC4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9" name="TextBox 98"/>
          <p:cNvSpPr txBox="1"/>
          <p:nvPr/>
        </p:nvSpPr>
        <p:spPr>
          <a:xfrm>
            <a:off x="6781800" y="3064133"/>
            <a:ext cx="2445157" cy="646331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0.72*0.9 = 0.648(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R4 = 0.56*0.8 = 0.448(</a:t>
            </a:r>
            <a:r>
              <a:rPr lang="vi-VN" sz="1200" dirty="0">
                <a:solidFill>
                  <a:schemeClr val="accent2"/>
                </a:solidFill>
              </a:rPr>
              <a:t>TC9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493324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6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80" name="TextBox 79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9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-76200" y="3317558"/>
            <a:ext cx="1865065" cy="4616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R3= 0.9*0.8 = 0.72(</a:t>
            </a:r>
            <a:r>
              <a:rPr lang="vi-VN" sz="1200" dirty="0">
                <a:solidFill>
                  <a:srgbClr val="FF0000"/>
                </a:solidFill>
              </a:rPr>
              <a:t>TI2)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705600" y="4324290"/>
            <a:ext cx="2307042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= 0.8*0.9 = 0.72(</a:t>
            </a:r>
            <a:r>
              <a:rPr lang="vi-VN" sz="1200" dirty="0">
                <a:solidFill>
                  <a:srgbClr val="FF0000"/>
                </a:solidFill>
              </a:rPr>
              <a:t>TI6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334000" y="4953000"/>
            <a:ext cx="24451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chemeClr val="accent2"/>
                </a:solidFill>
              </a:rPr>
              <a:t>R9 </a:t>
            </a:r>
            <a:r>
              <a:rPr lang="en-US" sz="1200" dirty="0">
                <a:solidFill>
                  <a:schemeClr val="accent2"/>
                </a:solidFill>
              </a:rPr>
              <a:t>= 0.81*0.8 = 0.648(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5600" y="5008602"/>
            <a:ext cx="244515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chemeClr val="accent2"/>
                </a:solidFill>
              </a:rPr>
              <a:t>R5 = 0.81*0.9 = 0.729(</a:t>
            </a:r>
            <a:r>
              <a:rPr lang="vi-VN" sz="1200" dirty="0">
                <a:solidFill>
                  <a:schemeClr val="accent2"/>
                </a:solidFill>
              </a:rPr>
              <a:t>TC4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7998" y="5317867"/>
            <a:ext cx="2907791" cy="1015663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vi-VN" sz="1200" dirty="0"/>
              <a:t>Node 3, 5, 9, 10 after choose the max Rank will send </a:t>
            </a:r>
            <a:r>
              <a:rPr lang="vi-VN" sz="1200" dirty="0">
                <a:solidFill>
                  <a:schemeClr val="accent2"/>
                </a:solidFill>
              </a:rPr>
              <a:t>TREE_BUILDING_RESPONSE to its Parent TR3, TR5, TR9, TR10 by unicast </a:t>
            </a:r>
          </a:p>
        </p:txBody>
      </p:sp>
      <p:graphicFrame>
        <p:nvGraphicFramePr>
          <p:cNvPr id="102" name="Table 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748473"/>
              </p:ext>
            </p:extLst>
          </p:nvPr>
        </p:nvGraphicFramePr>
        <p:xfrm>
          <a:off x="2895600" y="53340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TR9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TR10</a:t>
                      </a:r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7040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-12900" y="4327267"/>
            <a:ext cx="2222700" cy="46166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R7= 0.72*0.9 = 0.648(</a:t>
            </a:r>
            <a:r>
              <a:rPr lang="vi-VN" sz="1200" dirty="0">
                <a:solidFill>
                  <a:srgbClr val="FF0000"/>
                </a:solidFill>
              </a:rPr>
              <a:t>TI3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7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3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0" name="TextBox 89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33726" y="4501928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</a:t>
            </a:r>
            <a:r>
              <a:rPr lang="en-US" sz="1200">
                <a:solidFill>
                  <a:srgbClr val="FF0000"/>
                </a:solidFill>
              </a:rPr>
              <a:t>= 0.729</a:t>
            </a:r>
            <a:endParaRPr lang="en-US" sz="1200" dirty="0">
              <a:solidFill>
                <a:srgbClr val="FF0000"/>
              </a:solidFill>
            </a:endParaRPr>
          </a:p>
        </p:txBody>
      </p:sp>
      <p:graphicFrame>
        <p:nvGraphicFramePr>
          <p:cNvPr id="94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519019"/>
              </p:ext>
            </p:extLst>
          </p:nvPr>
        </p:nvGraphicFramePr>
        <p:xfrm>
          <a:off x="2980945" y="49530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TI3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rgbClr val="FF0000"/>
                          </a:solidFill>
                        </a:rPr>
                        <a:t>TI5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5" name="Rectangle 94"/>
          <p:cNvSpPr/>
          <p:nvPr/>
        </p:nvSpPr>
        <p:spPr>
          <a:xfrm>
            <a:off x="57976" y="5156537"/>
            <a:ext cx="2841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1200" dirty="0"/>
              <a:t>Node 3, 5 broadcast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TREE_BUILDING_INIT: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TI3 = (3, 2, 0.72)</a:t>
            </a:r>
          </a:p>
          <a:p>
            <a:r>
              <a:rPr lang="vi-VN" sz="1200" dirty="0">
                <a:solidFill>
                  <a:srgbClr val="FF0000"/>
                </a:solidFill>
              </a:rPr>
              <a:t>TI5 = (5, 3, 0.729) </a:t>
            </a:r>
            <a:endParaRPr lang="en-US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26175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48" name="직선 연결선 147"/>
          <p:cNvCxnSpPr/>
          <p:nvPr/>
        </p:nvCxnSpPr>
        <p:spPr>
          <a:xfrm flipV="1">
            <a:off x="1958600" y="3632385"/>
            <a:ext cx="16351" cy="906139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연결선 148"/>
          <p:cNvCxnSpPr/>
          <p:nvPr/>
        </p:nvCxnSpPr>
        <p:spPr>
          <a:xfrm flipV="1">
            <a:off x="2094236" y="3700433"/>
            <a:ext cx="22135" cy="850769"/>
          </a:xfrm>
          <a:prstGeom prst="line">
            <a:avLst/>
          </a:prstGeom>
          <a:solidFill>
            <a:schemeClr val="bg1"/>
          </a:solidFill>
          <a:ln>
            <a:solidFill>
              <a:schemeClr val="accent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직선 연결선 326"/>
          <p:cNvCxnSpPr/>
          <p:nvPr/>
        </p:nvCxnSpPr>
        <p:spPr>
          <a:xfrm flipH="1">
            <a:off x="2316235" y="4180226"/>
            <a:ext cx="692828" cy="479964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직선 연결선 327"/>
          <p:cNvCxnSpPr/>
          <p:nvPr/>
        </p:nvCxnSpPr>
        <p:spPr>
          <a:xfrm flipV="1">
            <a:off x="2357174" y="4284773"/>
            <a:ext cx="671553" cy="468066"/>
          </a:xfrm>
          <a:prstGeom prst="line">
            <a:avLst/>
          </a:prstGeom>
          <a:solidFill>
            <a:schemeClr val="bg1"/>
          </a:solidFill>
          <a:ln>
            <a:solidFill>
              <a:schemeClr val="accent2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8" name="TextBox 357"/>
          <p:cNvSpPr txBox="1"/>
          <p:nvPr/>
        </p:nvSpPr>
        <p:spPr>
          <a:xfrm>
            <a:off x="1669027" y="4067286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426180" y="423512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3" name="TextBox 402"/>
          <p:cNvSpPr txBox="1"/>
          <p:nvPr/>
        </p:nvSpPr>
        <p:spPr>
          <a:xfrm>
            <a:off x="2168016" y="392886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-44121" y="4063816"/>
            <a:ext cx="1774121" cy="830997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R7= 0.72*0.9 = 0.648(</a:t>
            </a:r>
            <a:r>
              <a:rPr lang="vi-VN" sz="1200" dirty="0">
                <a:solidFill>
                  <a:srgbClr val="FF0000"/>
                </a:solidFill>
              </a:rPr>
              <a:t>TI3</a:t>
            </a:r>
            <a:r>
              <a:rPr lang="en-US" sz="1200" dirty="0">
                <a:solidFill>
                  <a:srgbClr val="FF0000"/>
                </a:solidFill>
              </a:rPr>
              <a:t>)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R7 = 0.729*0.9 = 0.656(</a:t>
            </a:r>
            <a:r>
              <a:rPr lang="vi-VN" sz="1200" dirty="0">
                <a:solidFill>
                  <a:schemeClr val="accent2"/>
                </a:solidFill>
              </a:rPr>
              <a:t>TC5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cxnSp>
        <p:nvCxnSpPr>
          <p:cNvPr id="67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3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90" name="TextBox 89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033726" y="4459069"/>
            <a:ext cx="1605191" cy="646331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= 0.729</a:t>
            </a:r>
          </a:p>
          <a:p>
            <a:r>
              <a:rPr lang="en-US" sz="1200" dirty="0">
                <a:solidFill>
                  <a:schemeClr val="accent2"/>
                </a:solidFill>
              </a:rPr>
              <a:t>R5 = 0.648*0.9 = 0.583(</a:t>
            </a:r>
            <a:r>
              <a:rPr lang="vi-VN" sz="1200" dirty="0">
                <a:solidFill>
                  <a:schemeClr val="accent2"/>
                </a:solidFill>
              </a:rPr>
              <a:t>TC7</a:t>
            </a:r>
            <a:r>
              <a:rPr lang="en-US" sz="1200" dirty="0">
                <a:solidFill>
                  <a:schemeClr val="accent2"/>
                </a:solidFill>
              </a:rPr>
              <a:t>)</a:t>
            </a:r>
          </a:p>
        </p:txBody>
      </p:sp>
      <p:graphicFrame>
        <p:nvGraphicFramePr>
          <p:cNvPr id="94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097529"/>
              </p:ext>
            </p:extLst>
          </p:nvPr>
        </p:nvGraphicFramePr>
        <p:xfrm>
          <a:off x="2971800" y="5410200"/>
          <a:ext cx="609600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52959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 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959"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TC5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sz="1200" dirty="0">
                          <a:solidFill>
                            <a:schemeClr val="accent2"/>
                          </a:solidFill>
                        </a:rPr>
                        <a:t>TC7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80625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타원 4"/>
          <p:cNvSpPr/>
          <p:nvPr/>
        </p:nvSpPr>
        <p:spPr>
          <a:xfrm>
            <a:off x="4724400" y="1600200"/>
            <a:ext cx="457200" cy="457200"/>
          </a:xfrm>
          <a:prstGeom prst="ellipse">
            <a:avLst/>
          </a:prstGeom>
          <a:solidFill>
            <a:schemeClr val="bg1"/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" name="타원 5"/>
          <p:cNvSpPr/>
          <p:nvPr/>
        </p:nvSpPr>
        <p:spPr>
          <a:xfrm>
            <a:off x="4109222" y="302995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4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7" name="타원 6"/>
          <p:cNvSpPr/>
          <p:nvPr/>
        </p:nvSpPr>
        <p:spPr>
          <a:xfrm>
            <a:off x="1827777" y="304619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3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8" name="타원 7"/>
          <p:cNvSpPr/>
          <p:nvPr/>
        </p:nvSpPr>
        <p:spPr>
          <a:xfrm>
            <a:off x="1837944" y="4622292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7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9" name="타원 8"/>
          <p:cNvSpPr/>
          <p:nvPr/>
        </p:nvSpPr>
        <p:spPr>
          <a:xfrm>
            <a:off x="3019925" y="3750221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5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783580" y="2734056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6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786174" y="4315097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9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9" name="타원 18"/>
          <p:cNvSpPr/>
          <p:nvPr/>
        </p:nvSpPr>
        <p:spPr>
          <a:xfrm>
            <a:off x="6479771" y="3803904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10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2944368" y="2042160"/>
            <a:ext cx="457200" cy="4572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>
                <a:solidFill>
                  <a:schemeClr val="tx1"/>
                </a:solidFill>
              </a:rPr>
              <a:t>2</a:t>
            </a:r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3754656" y="175974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5" name="TextBox 354"/>
          <p:cNvSpPr txBox="1"/>
          <p:nvPr/>
        </p:nvSpPr>
        <p:spPr>
          <a:xfrm>
            <a:off x="3466615" y="280901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56" name="TextBox 355"/>
          <p:cNvSpPr txBox="1"/>
          <p:nvPr/>
        </p:nvSpPr>
        <p:spPr>
          <a:xfrm>
            <a:off x="3499446" y="3429596"/>
            <a:ext cx="272374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1" name="TextBox 390"/>
          <p:cNvSpPr txBox="1"/>
          <p:nvPr/>
        </p:nvSpPr>
        <p:spPr>
          <a:xfrm>
            <a:off x="2304551" y="252788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2" name="TextBox 391"/>
          <p:cNvSpPr txBox="1"/>
          <p:nvPr/>
        </p:nvSpPr>
        <p:spPr>
          <a:xfrm>
            <a:off x="2647303" y="287032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393" name="TextBox 392"/>
          <p:cNvSpPr txBox="1"/>
          <p:nvPr/>
        </p:nvSpPr>
        <p:spPr>
          <a:xfrm>
            <a:off x="5543024" y="2162151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396" name="TextBox 395"/>
          <p:cNvSpPr txBox="1"/>
          <p:nvPr/>
        </p:nvSpPr>
        <p:spPr>
          <a:xfrm>
            <a:off x="4795708" y="366133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401" name="TextBox 400"/>
          <p:cNvSpPr txBox="1"/>
          <p:nvPr/>
        </p:nvSpPr>
        <p:spPr>
          <a:xfrm>
            <a:off x="2362200" y="4114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02" name="TextBox 401"/>
          <p:cNvSpPr txBox="1"/>
          <p:nvPr/>
        </p:nvSpPr>
        <p:spPr>
          <a:xfrm>
            <a:off x="2662649" y="453010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0" name="TextBox 419"/>
          <p:cNvSpPr txBox="1"/>
          <p:nvPr/>
        </p:nvSpPr>
        <p:spPr>
          <a:xfrm>
            <a:off x="6479207" y="3248863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21" name="TextBox 420"/>
          <p:cNvSpPr txBox="1"/>
          <p:nvPr/>
        </p:nvSpPr>
        <p:spPr>
          <a:xfrm>
            <a:off x="6157772" y="3531778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1" name="TextBox 430"/>
          <p:cNvSpPr txBox="1"/>
          <p:nvPr/>
        </p:nvSpPr>
        <p:spPr>
          <a:xfrm>
            <a:off x="3808889" y="3750073"/>
            <a:ext cx="325830" cy="184666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sp>
        <p:nvSpPr>
          <p:cNvPr id="439" name="TextBox 438"/>
          <p:cNvSpPr txBox="1"/>
          <p:nvPr/>
        </p:nvSpPr>
        <p:spPr>
          <a:xfrm>
            <a:off x="4397479" y="3842185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sp>
        <p:nvSpPr>
          <p:cNvPr id="141" name="TextBox 140"/>
          <p:cNvSpPr txBox="1"/>
          <p:nvPr/>
        </p:nvSpPr>
        <p:spPr>
          <a:xfrm>
            <a:off x="546777" y="248342"/>
            <a:ext cx="3355406" cy="523220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altLang="ko-KR" sz="2800" dirty="0"/>
              <a:t>Example Network</a:t>
            </a:r>
            <a:endParaRPr lang="ko-KR" altLang="en-US" sz="2800" dirty="0"/>
          </a:p>
        </p:txBody>
      </p:sp>
      <p:cxnSp>
        <p:nvCxnSpPr>
          <p:cNvPr id="3" name="Straight Connector 2"/>
          <p:cNvCxnSpPr>
            <a:stCxn id="28" idx="6"/>
            <a:endCxn id="5" idx="2"/>
          </p:cNvCxnSpPr>
          <p:nvPr/>
        </p:nvCxnSpPr>
        <p:spPr bwMode="auto">
          <a:xfrm flipV="1">
            <a:off x="3401568" y="1828800"/>
            <a:ext cx="1322832" cy="44196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Straight Connector 11"/>
          <p:cNvCxnSpPr>
            <a:stCxn id="17" idx="1"/>
            <a:endCxn id="5" idx="5"/>
          </p:cNvCxnSpPr>
          <p:nvPr/>
        </p:nvCxnSpPr>
        <p:spPr bwMode="auto">
          <a:xfrm flipH="1" flipV="1">
            <a:off x="5114645" y="1990445"/>
            <a:ext cx="735890" cy="81056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Straight Connector 13"/>
          <p:cNvCxnSpPr>
            <a:stCxn id="6" idx="1"/>
            <a:endCxn id="28" idx="5"/>
          </p:cNvCxnSpPr>
          <p:nvPr/>
        </p:nvCxnSpPr>
        <p:spPr bwMode="auto">
          <a:xfrm flipH="1" flipV="1">
            <a:off x="3334613" y="2432405"/>
            <a:ext cx="841564" cy="664504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3939328" y="22098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0.9</a:t>
            </a:r>
            <a:endParaRPr lang="ko-KR" altLang="en-US" sz="1200" dirty="0"/>
          </a:p>
        </p:txBody>
      </p:sp>
      <p:cxnSp>
        <p:nvCxnSpPr>
          <p:cNvPr id="11" name="Straight Connector 10"/>
          <p:cNvCxnSpPr>
            <a:stCxn id="7" idx="7"/>
            <a:endCxn id="28" idx="3"/>
          </p:cNvCxnSpPr>
          <p:nvPr/>
        </p:nvCxnSpPr>
        <p:spPr bwMode="auto">
          <a:xfrm flipV="1">
            <a:off x="2218022" y="2432405"/>
            <a:ext cx="793301" cy="680746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5" name="Straight Connector 14"/>
          <p:cNvCxnSpPr>
            <a:stCxn id="9" idx="7"/>
            <a:endCxn id="6" idx="3"/>
          </p:cNvCxnSpPr>
          <p:nvPr/>
        </p:nvCxnSpPr>
        <p:spPr bwMode="auto">
          <a:xfrm flipV="1">
            <a:off x="3410170" y="3420199"/>
            <a:ext cx="766007" cy="396977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Straight Connector 20"/>
          <p:cNvCxnSpPr>
            <a:stCxn id="18" idx="0"/>
            <a:endCxn id="6" idx="5"/>
          </p:cNvCxnSpPr>
          <p:nvPr/>
        </p:nvCxnSpPr>
        <p:spPr bwMode="auto">
          <a:xfrm flipH="1" flipV="1">
            <a:off x="4499467" y="3420199"/>
            <a:ext cx="515307" cy="89489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Straight Connector 22"/>
          <p:cNvCxnSpPr>
            <a:stCxn id="19" idx="0"/>
            <a:endCxn id="17" idx="5"/>
          </p:cNvCxnSpPr>
          <p:nvPr/>
        </p:nvCxnSpPr>
        <p:spPr bwMode="auto">
          <a:xfrm flipH="1" flipV="1">
            <a:off x="6173825" y="3124301"/>
            <a:ext cx="534546" cy="679603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" name="Straight Connector 12"/>
          <p:cNvCxnSpPr>
            <a:stCxn id="8" idx="7"/>
            <a:endCxn id="9" idx="3"/>
          </p:cNvCxnSpPr>
          <p:nvPr/>
        </p:nvCxnSpPr>
        <p:spPr bwMode="auto">
          <a:xfrm flipV="1">
            <a:off x="2228189" y="4140466"/>
            <a:ext cx="858691" cy="54878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5196723" y="2413294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59" name="직선 연결선 173"/>
          <p:cNvCxnSpPr/>
          <p:nvPr/>
        </p:nvCxnSpPr>
        <p:spPr>
          <a:xfrm flipH="1" flipV="1">
            <a:off x="5105401" y="2057400"/>
            <a:ext cx="678179" cy="7362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176"/>
          <p:cNvCxnSpPr/>
          <p:nvPr/>
        </p:nvCxnSpPr>
        <p:spPr>
          <a:xfrm>
            <a:off x="5201222" y="1981200"/>
            <a:ext cx="589978" cy="657947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31"/>
          <p:cNvCxnSpPr/>
          <p:nvPr/>
        </p:nvCxnSpPr>
        <p:spPr>
          <a:xfrm flipV="1">
            <a:off x="3505200" y="1752600"/>
            <a:ext cx="1093481" cy="370960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138"/>
          <p:cNvCxnSpPr/>
          <p:nvPr/>
        </p:nvCxnSpPr>
        <p:spPr>
          <a:xfrm flipV="1">
            <a:off x="3556581" y="1944411"/>
            <a:ext cx="1042100" cy="35128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141"/>
          <p:cNvCxnSpPr/>
          <p:nvPr/>
        </p:nvCxnSpPr>
        <p:spPr>
          <a:xfrm flipV="1">
            <a:off x="2248662" y="2429344"/>
            <a:ext cx="659129" cy="577552"/>
          </a:xfrm>
          <a:prstGeom prst="line">
            <a:avLst/>
          </a:prstGeom>
          <a:solidFill>
            <a:schemeClr val="bg1"/>
          </a:solidFill>
          <a:ln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42"/>
          <p:cNvCxnSpPr/>
          <p:nvPr/>
        </p:nvCxnSpPr>
        <p:spPr>
          <a:xfrm flipV="1">
            <a:off x="2376970" y="2513106"/>
            <a:ext cx="671030" cy="57712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연결선 160"/>
          <p:cNvCxnSpPr/>
          <p:nvPr/>
        </p:nvCxnSpPr>
        <p:spPr>
          <a:xfrm flipH="1" flipV="1">
            <a:off x="3429000" y="2456616"/>
            <a:ext cx="687467" cy="515184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연결선 164"/>
          <p:cNvCxnSpPr/>
          <p:nvPr/>
        </p:nvCxnSpPr>
        <p:spPr>
          <a:xfrm>
            <a:off x="3368318" y="2560070"/>
            <a:ext cx="638010" cy="48793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733800" y="2514600"/>
            <a:ext cx="251672" cy="184666"/>
          </a:xfrm>
          <a:prstGeom prst="rect">
            <a:avLst/>
          </a:prstGeom>
          <a:solidFill>
            <a:schemeClr val="bg1"/>
          </a:solidFill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 altLang="ko-KR" sz="1200" dirty="0"/>
              <a:t>0.8</a:t>
            </a:r>
            <a:endParaRPr lang="ko-KR" altLang="en-US" sz="1200" dirty="0"/>
          </a:p>
        </p:txBody>
      </p:sp>
      <p:cxnSp>
        <p:nvCxnSpPr>
          <p:cNvPr id="81" name="직선 연결선 192"/>
          <p:cNvCxnSpPr/>
          <p:nvPr/>
        </p:nvCxnSpPr>
        <p:spPr>
          <a:xfrm flipH="1" flipV="1">
            <a:off x="6316821" y="3191256"/>
            <a:ext cx="391551" cy="52554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195"/>
          <p:cNvCxnSpPr/>
          <p:nvPr/>
        </p:nvCxnSpPr>
        <p:spPr>
          <a:xfrm>
            <a:off x="6172200" y="3276600"/>
            <a:ext cx="415049" cy="480293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214"/>
          <p:cNvCxnSpPr/>
          <p:nvPr/>
        </p:nvCxnSpPr>
        <p:spPr>
          <a:xfrm>
            <a:off x="4638917" y="3494806"/>
            <a:ext cx="390283" cy="667479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연결선 215"/>
          <p:cNvCxnSpPr/>
          <p:nvPr/>
        </p:nvCxnSpPr>
        <p:spPr>
          <a:xfrm flipH="1" flipV="1">
            <a:off x="4498065" y="3576469"/>
            <a:ext cx="385945" cy="65346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180"/>
          <p:cNvCxnSpPr/>
          <p:nvPr/>
        </p:nvCxnSpPr>
        <p:spPr>
          <a:xfrm flipV="1">
            <a:off x="3429000" y="3405889"/>
            <a:ext cx="592139" cy="310555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183"/>
          <p:cNvCxnSpPr/>
          <p:nvPr/>
        </p:nvCxnSpPr>
        <p:spPr>
          <a:xfrm flipH="1">
            <a:off x="3410170" y="3530630"/>
            <a:ext cx="723473" cy="355570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326"/>
          <p:cNvCxnSpPr/>
          <p:nvPr/>
        </p:nvCxnSpPr>
        <p:spPr>
          <a:xfrm flipH="1">
            <a:off x="2336636" y="4162285"/>
            <a:ext cx="635164" cy="367818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연결선 327"/>
          <p:cNvCxnSpPr/>
          <p:nvPr/>
        </p:nvCxnSpPr>
        <p:spPr>
          <a:xfrm flipV="1">
            <a:off x="2376447" y="4256334"/>
            <a:ext cx="671553" cy="468066"/>
          </a:xfrm>
          <a:prstGeom prst="line">
            <a:avLst/>
          </a:prstGeom>
          <a:solidFill>
            <a:schemeClr val="bg1"/>
          </a:solidFill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142637" y="1524000"/>
            <a:ext cx="877163" cy="461665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 = 1.0</a:t>
            </a:r>
          </a:p>
          <a:p>
            <a:r>
              <a:rPr lang="en-US" sz="1200" dirty="0">
                <a:solidFill>
                  <a:srgbClr val="FF0000"/>
                </a:solidFill>
              </a:rPr>
              <a:t>L1 = 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495800" y="32766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L4 = 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270967" y="20852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L2 = 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324600" y="2679412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L6 = 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166567" y="45998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L9 = 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12011" y="3990201"/>
            <a:ext cx="79861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L10 = 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143000" y="3048000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L3 = 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044680" y="4285425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L5 = 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09800" y="4828401"/>
            <a:ext cx="7008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L7 = 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76719" y="1839037"/>
            <a:ext cx="822661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R2= 0.9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3474" y="2512109"/>
            <a:ext cx="87716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R6 = 0.8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03834" y="3077416"/>
            <a:ext cx="974947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R4 = 0.81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37233" y="2767485"/>
            <a:ext cx="1042479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>
                <a:solidFill>
                  <a:srgbClr val="FF0000"/>
                </a:solidFill>
              </a:rPr>
              <a:t>R3=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6922495" y="3830949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R10 </a:t>
            </a:r>
            <a:r>
              <a:rPr lang="en-US" sz="1200">
                <a:solidFill>
                  <a:srgbClr val="FF0000"/>
                </a:solidFill>
              </a:rPr>
              <a:t>= 0.72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5168050" y="4435115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R9 = 0.648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033726" y="4501928"/>
            <a:ext cx="1072730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R5 </a:t>
            </a:r>
            <a:r>
              <a:rPr lang="en-US" sz="1200">
                <a:solidFill>
                  <a:srgbClr val="FF0000"/>
                </a:solidFill>
              </a:rPr>
              <a:t>= 0.729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105" name="TextBox 104"/>
          <p:cNvSpPr txBox="1"/>
          <p:nvPr/>
        </p:nvSpPr>
        <p:spPr>
          <a:xfrm>
            <a:off x="2182834" y="5096236"/>
            <a:ext cx="1774121" cy="276999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R7 = 0.656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046010" y="5841525"/>
            <a:ext cx="2808333" cy="276999"/>
          </a:xfrm>
          <a:prstGeom prst="rect">
            <a:avLst/>
          </a:prstGeom>
        </p:spPr>
        <p:txBody>
          <a:bodyPr vert="horz" wrap="none" lIns="91440" tIns="45720" rIns="91440" bIns="45720" rtlCol="0" anchor="ctr">
            <a:spAutoFit/>
          </a:bodyPr>
          <a:lstStyle/>
          <a:p>
            <a:r>
              <a:rPr lang="vi-VN" sz="1200" dirty="0"/>
              <a:t>Finally, we have the tree topology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02755992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MS Reference Sans Serif"/>
        <a:ea typeface="HY견고딕"/>
        <a:cs typeface=""/>
      </a:majorFont>
      <a:minorFont>
        <a:latin typeface="MS Reference Sans Serif"/>
        <a:ea typeface="돋움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ctr" anchorCtr="1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16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itchFamily="50" charset="-127"/>
            <a:ea typeface="굴림" pitchFamily="50" charset="-127"/>
          </a:defRPr>
        </a:defPPr>
      </a:lstStyle>
    </a:lnDef>
    <a:txDef>
      <a:spPr/>
      <a:bodyPr vert="horz" wrap="none" lIns="91440" tIns="45720" rIns="91440" bIns="45720" rtlCol="0" anchor="ctr">
        <a:spAutoFit/>
      </a:bodyPr>
      <a:lstStyle>
        <a:defPPr>
          <a:defRPr sz="1600" dirty="0" smtClean="0"/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99519</TotalTime>
  <Words>3317</Words>
  <Application>Microsoft Office PowerPoint</Application>
  <PresentationFormat>On-screen Show (4:3)</PresentationFormat>
  <Paragraphs>1531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굴림</vt:lpstr>
      <vt:lpstr>맑은 고딕</vt:lpstr>
      <vt:lpstr>Arial</vt:lpstr>
      <vt:lpstr>Calibri</vt:lpstr>
      <vt:lpstr>MS Reference Sans Serif</vt:lpstr>
      <vt:lpstr>Wingdings</vt:lpstr>
      <vt:lpstr>기본 디자인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Mr Tan</dc:creator>
  <cp:lastModifiedBy>Mr Tan</cp:lastModifiedBy>
  <cp:revision>1041</cp:revision>
  <cp:lastPrinted>2018-01-05T07:02:08Z</cp:lastPrinted>
  <dcterms:created xsi:type="dcterms:W3CDTF">2017-07-31T05:47:21Z</dcterms:created>
  <dcterms:modified xsi:type="dcterms:W3CDTF">2020-09-24T17:45:10Z</dcterms:modified>
</cp:coreProperties>
</file>